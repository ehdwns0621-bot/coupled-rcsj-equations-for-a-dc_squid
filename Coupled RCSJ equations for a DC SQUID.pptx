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272" r:id="rId6"/>
    <p:sldId id="275" r:id="rId7"/>
    <p:sldId id="260" r:id="rId8"/>
    <p:sldId id="267" r:id="rId9"/>
    <p:sldId id="262" r:id="rId10"/>
    <p:sldId id="264" r:id="rId11"/>
    <p:sldId id="265" r:id="rId12"/>
    <p:sldId id="261" r:id="rId13"/>
    <p:sldId id="273" r:id="rId14"/>
    <p:sldId id="263" r:id="rId15"/>
    <p:sldId id="268" r:id="rId16"/>
    <p:sldId id="277" r:id="rId17"/>
    <p:sldId id="270" r:id="rId18"/>
    <p:sldId id="276" r:id="rId19"/>
    <p:sldId id="27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6D184-8FD2-4F68-951E-DBF770A78D7D}" v="5" dt="2025-11-06T11:25:42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동준" userId="96aa002b-bd91-4565-a788-5adef97deda2" providerId="ADAL" clId="{9154125E-1CA0-42B4-94D0-B486E445B7A6}"/>
    <pc:docChg chg="undo custSel addSld delSld modSld sldOrd">
      <pc:chgData name="김동준" userId="96aa002b-bd91-4565-a788-5adef97deda2" providerId="ADAL" clId="{9154125E-1CA0-42B4-94D0-B486E445B7A6}" dt="2025-11-13T07:29:39.878" v="4770" actId="1076"/>
      <pc:docMkLst>
        <pc:docMk/>
      </pc:docMkLst>
      <pc:sldChg chg="modSp mod">
        <pc:chgData name="김동준" userId="96aa002b-bd91-4565-a788-5adef97deda2" providerId="ADAL" clId="{9154125E-1CA0-42B4-94D0-B486E445B7A6}" dt="2025-10-30T23:15:25.854" v="2856" actId="20577"/>
        <pc:sldMkLst>
          <pc:docMk/>
          <pc:sldMk cId="1310348133" sldId="256"/>
        </pc:sldMkLst>
        <pc:spChg chg="mod">
          <ac:chgData name="김동준" userId="96aa002b-bd91-4565-a788-5adef97deda2" providerId="ADAL" clId="{9154125E-1CA0-42B4-94D0-B486E445B7A6}" dt="2025-10-30T23:15:25.854" v="2856" actId="20577"/>
          <ac:spMkLst>
            <pc:docMk/>
            <pc:sldMk cId="1310348133" sldId="256"/>
            <ac:spMk id="2" creationId="{04638C77-46A2-8F0B-12D3-81C2C13B7B79}"/>
          </ac:spMkLst>
        </pc:spChg>
      </pc:sldChg>
      <pc:sldChg chg="addSp delSp modSp new mod">
        <pc:chgData name="김동준" userId="96aa002b-bd91-4565-a788-5adef97deda2" providerId="ADAL" clId="{9154125E-1CA0-42B4-94D0-B486E445B7A6}" dt="2025-10-31T01:01:16.627" v="3718" actId="1076"/>
        <pc:sldMkLst>
          <pc:docMk/>
          <pc:sldMk cId="1950610694" sldId="260"/>
        </pc:sldMkLst>
        <pc:spChg chg="mod">
          <ac:chgData name="김동준" userId="96aa002b-bd91-4565-a788-5adef97deda2" providerId="ADAL" clId="{9154125E-1CA0-42B4-94D0-B486E445B7A6}" dt="2025-10-27T13:40:23.880" v="560" actId="1076"/>
          <ac:spMkLst>
            <pc:docMk/>
            <pc:sldMk cId="1950610694" sldId="260"/>
            <ac:spMk id="2" creationId="{FCFCD34D-F9E3-E3DE-F537-DC52AEFE1DBF}"/>
          </ac:spMkLst>
        </pc:spChg>
        <pc:spChg chg="add mod">
          <ac:chgData name="김동준" userId="96aa002b-bd91-4565-a788-5adef97deda2" providerId="ADAL" clId="{9154125E-1CA0-42B4-94D0-B486E445B7A6}" dt="2025-10-31T01:01:01.641" v="3713" actId="20577"/>
          <ac:spMkLst>
            <pc:docMk/>
            <pc:sldMk cId="1950610694" sldId="260"/>
            <ac:spMk id="5" creationId="{09B5AF80-9CDC-70CF-49C4-E34F6480039F}"/>
          </ac:spMkLst>
        </pc:spChg>
        <pc:spChg chg="add mod">
          <ac:chgData name="김동준" userId="96aa002b-bd91-4565-a788-5adef97deda2" providerId="ADAL" clId="{9154125E-1CA0-42B4-94D0-B486E445B7A6}" dt="2025-10-31T01:01:16.627" v="3718" actId="1076"/>
          <ac:spMkLst>
            <pc:docMk/>
            <pc:sldMk cId="1950610694" sldId="260"/>
            <ac:spMk id="6" creationId="{AB867321-1FB0-8613-F4BD-EDC6606ABB4A}"/>
          </ac:spMkLst>
        </pc:spChg>
        <pc:spChg chg="add mod">
          <ac:chgData name="김동준" userId="96aa002b-bd91-4565-a788-5adef97deda2" providerId="ADAL" clId="{9154125E-1CA0-42B4-94D0-B486E445B7A6}" dt="2025-10-27T14:19:50.201" v="679" actId="1076"/>
          <ac:spMkLst>
            <pc:docMk/>
            <pc:sldMk cId="1950610694" sldId="260"/>
            <ac:spMk id="7" creationId="{14E9F0EE-10DE-5513-9348-1A63F49558FC}"/>
          </ac:spMkLst>
        </pc:spChg>
      </pc:sldChg>
      <pc:sldChg chg="addSp delSp modSp new mod ord">
        <pc:chgData name="김동준" userId="96aa002b-bd91-4565-a788-5adef97deda2" providerId="ADAL" clId="{9154125E-1CA0-42B4-94D0-B486E445B7A6}" dt="2025-10-31T01:13:20.095" v="3955" actId="20577"/>
        <pc:sldMkLst>
          <pc:docMk/>
          <pc:sldMk cId="1134105035" sldId="261"/>
        </pc:sldMkLst>
        <pc:spChg chg="mod">
          <ac:chgData name="김동준" userId="96aa002b-bd91-4565-a788-5adef97deda2" providerId="ADAL" clId="{9154125E-1CA0-42B4-94D0-B486E445B7A6}" dt="2025-10-31T01:10:37.300" v="3880" actId="20577"/>
          <ac:spMkLst>
            <pc:docMk/>
            <pc:sldMk cId="1134105035" sldId="261"/>
            <ac:spMk id="2" creationId="{FF061B90-8E55-3EDC-CAB5-C9FA310A969E}"/>
          </ac:spMkLst>
        </pc:spChg>
        <pc:spChg chg="add mod">
          <ac:chgData name="김동준" userId="96aa002b-bd91-4565-a788-5adef97deda2" providerId="ADAL" clId="{9154125E-1CA0-42B4-94D0-B486E445B7A6}" dt="2025-10-31T01:13:20.095" v="3955" actId="20577"/>
          <ac:spMkLst>
            <pc:docMk/>
            <pc:sldMk cId="1134105035" sldId="261"/>
            <ac:spMk id="4" creationId="{747C8AE1-F671-D8DD-0CFB-BC0E7C33BBEE}"/>
          </ac:spMkLst>
        </pc:spChg>
        <pc:spChg chg="add mod">
          <ac:chgData name="김동준" userId="96aa002b-bd91-4565-a788-5adef97deda2" providerId="ADAL" clId="{9154125E-1CA0-42B4-94D0-B486E445B7A6}" dt="2025-10-31T01:11:25.506" v="3940" actId="20577"/>
          <ac:spMkLst>
            <pc:docMk/>
            <pc:sldMk cId="1134105035" sldId="261"/>
            <ac:spMk id="5" creationId="{8FBC3B93-BAED-9B77-3CE2-54AB93AD3D75}"/>
          </ac:spMkLst>
        </pc:spChg>
        <pc:spChg chg="add mod">
          <ac:chgData name="김동준" userId="96aa002b-bd91-4565-a788-5adef97deda2" providerId="ADAL" clId="{9154125E-1CA0-42B4-94D0-B486E445B7A6}" dt="2025-10-28T11:42:44.391" v="1227" actId="1076"/>
          <ac:spMkLst>
            <pc:docMk/>
            <pc:sldMk cId="1134105035" sldId="261"/>
            <ac:spMk id="6" creationId="{75A570E9-4E41-2DC9-15C2-6DA3CE2F11CD}"/>
          </ac:spMkLst>
        </pc:spChg>
        <pc:spChg chg="add mod">
          <ac:chgData name="김동준" userId="96aa002b-bd91-4565-a788-5adef97deda2" providerId="ADAL" clId="{9154125E-1CA0-42B4-94D0-B486E445B7A6}" dt="2025-10-28T11:43:30.259" v="1232" actId="1076"/>
          <ac:spMkLst>
            <pc:docMk/>
            <pc:sldMk cId="1134105035" sldId="261"/>
            <ac:spMk id="7" creationId="{3EB6239C-FCC9-8459-F628-DDB9F81318AD}"/>
          </ac:spMkLst>
        </pc:spChg>
        <pc:spChg chg="add mod">
          <ac:chgData name="김동준" userId="96aa002b-bd91-4565-a788-5adef97deda2" providerId="ADAL" clId="{9154125E-1CA0-42B4-94D0-B486E445B7A6}" dt="2025-10-30T14:12:04.235" v="2453" actId="1076"/>
          <ac:spMkLst>
            <pc:docMk/>
            <pc:sldMk cId="1134105035" sldId="261"/>
            <ac:spMk id="8" creationId="{06E09C20-07B2-1FDC-DD1E-48A9DE55E121}"/>
          </ac:spMkLst>
        </pc:spChg>
        <pc:spChg chg="add mod">
          <ac:chgData name="김동준" userId="96aa002b-bd91-4565-a788-5adef97deda2" providerId="ADAL" clId="{9154125E-1CA0-42B4-94D0-B486E445B7A6}" dt="2025-10-28T07:00:40.078" v="748" actId="114"/>
          <ac:spMkLst>
            <pc:docMk/>
            <pc:sldMk cId="1134105035" sldId="261"/>
            <ac:spMk id="13" creationId="{D3B9BC20-1CA9-AFE0-4B09-9169F8580ED9}"/>
          </ac:spMkLst>
        </pc:spChg>
        <pc:picChg chg="add mod">
          <ac:chgData name="김동준" userId="96aa002b-bd91-4565-a788-5adef97deda2" providerId="ADAL" clId="{9154125E-1CA0-42B4-94D0-B486E445B7A6}" dt="2025-10-30T13:49:33.165" v="2279" actId="1076"/>
          <ac:picMkLst>
            <pc:docMk/>
            <pc:sldMk cId="1134105035" sldId="261"/>
            <ac:picMk id="12" creationId="{F6A71F3C-F84B-E524-F885-BB7BE2C17F8D}"/>
          </ac:picMkLst>
        </pc:picChg>
      </pc:sldChg>
      <pc:sldChg chg="addSp delSp modSp new mod">
        <pc:chgData name="김동준" userId="96aa002b-bd91-4565-a788-5adef97deda2" providerId="ADAL" clId="{9154125E-1CA0-42B4-94D0-B486E445B7A6}" dt="2025-11-06T13:03:01.916" v="4758" actId="1076"/>
        <pc:sldMkLst>
          <pc:docMk/>
          <pc:sldMk cId="3197339648" sldId="262"/>
        </pc:sldMkLst>
        <pc:spChg chg="mod">
          <ac:chgData name="김동준" userId="96aa002b-bd91-4565-a788-5adef97deda2" providerId="ADAL" clId="{9154125E-1CA0-42B4-94D0-B486E445B7A6}" dt="2025-10-27T13:53:55.744" v="633" actId="255"/>
          <ac:spMkLst>
            <pc:docMk/>
            <pc:sldMk cId="3197339648" sldId="262"/>
            <ac:spMk id="2" creationId="{13F9EE79-1E01-1329-ED77-CDF9F9FA5E8C}"/>
          </ac:spMkLst>
        </pc:spChg>
        <pc:spChg chg="add mod">
          <ac:chgData name="김동준" userId="96aa002b-bd91-4565-a788-5adef97deda2" providerId="ADAL" clId="{9154125E-1CA0-42B4-94D0-B486E445B7A6}" dt="2025-10-30T06:36:33.823" v="1988"/>
          <ac:spMkLst>
            <pc:docMk/>
            <pc:sldMk cId="3197339648" sldId="262"/>
            <ac:spMk id="3" creationId="{E5EB8E97-4B62-56C6-BDB5-E1EBD12A1ED2}"/>
          </ac:spMkLst>
        </pc:spChg>
        <pc:spChg chg="add mod">
          <ac:chgData name="김동준" userId="96aa002b-bd91-4565-a788-5adef97deda2" providerId="ADAL" clId="{9154125E-1CA0-42B4-94D0-B486E445B7A6}" dt="2025-10-27T14:34:11.580" v="686" actId="1076"/>
          <ac:spMkLst>
            <pc:docMk/>
            <pc:sldMk cId="3197339648" sldId="262"/>
            <ac:spMk id="4" creationId="{8B4F74B4-0E82-F110-DB0E-04C211B2A869}"/>
          </ac:spMkLst>
        </pc:spChg>
        <pc:spChg chg="add mod">
          <ac:chgData name="김동준" userId="96aa002b-bd91-4565-a788-5adef97deda2" providerId="ADAL" clId="{9154125E-1CA0-42B4-94D0-B486E445B7A6}" dt="2025-10-27T14:46:34.421" v="714" actId="20577"/>
          <ac:spMkLst>
            <pc:docMk/>
            <pc:sldMk cId="3197339648" sldId="262"/>
            <ac:spMk id="7" creationId="{54370B65-CACC-674E-C96B-207305916225}"/>
          </ac:spMkLst>
        </pc:spChg>
        <pc:spChg chg="add mod">
          <ac:chgData name="김동준" userId="96aa002b-bd91-4565-a788-5adef97deda2" providerId="ADAL" clId="{9154125E-1CA0-42B4-94D0-B486E445B7A6}" dt="2025-10-28T11:31:08.558" v="1126" actId="113"/>
          <ac:spMkLst>
            <pc:docMk/>
            <pc:sldMk cId="3197339648" sldId="262"/>
            <ac:spMk id="8" creationId="{C294988E-FAD7-CC17-61E9-660AFE73C77A}"/>
          </ac:spMkLst>
        </pc:spChg>
        <pc:spChg chg="add mod">
          <ac:chgData name="김동준" userId="96aa002b-bd91-4565-a788-5adef97deda2" providerId="ADAL" clId="{9154125E-1CA0-42B4-94D0-B486E445B7A6}" dt="2025-11-06T13:03:01.916" v="4758" actId="1076"/>
          <ac:spMkLst>
            <pc:docMk/>
            <pc:sldMk cId="3197339648" sldId="262"/>
            <ac:spMk id="14" creationId="{06879F46-85FC-3943-6615-C2A4A24A6EF7}"/>
          </ac:spMkLst>
        </pc:spChg>
        <pc:picChg chg="add mod">
          <ac:chgData name="김동준" userId="96aa002b-bd91-4565-a788-5adef97deda2" providerId="ADAL" clId="{9154125E-1CA0-42B4-94D0-B486E445B7A6}" dt="2025-10-27T14:46:57.081" v="720" actId="1076"/>
          <ac:picMkLst>
            <pc:docMk/>
            <pc:sldMk cId="3197339648" sldId="262"/>
            <ac:picMk id="9" creationId="{894804BB-FE95-F9E9-D90E-011737EC3760}"/>
          </ac:picMkLst>
        </pc:picChg>
        <pc:picChg chg="add mod">
          <ac:chgData name="김동준" userId="96aa002b-bd91-4565-a788-5adef97deda2" providerId="ADAL" clId="{9154125E-1CA0-42B4-94D0-B486E445B7A6}" dt="2025-10-30T06:39:37.728" v="2017" actId="1076"/>
          <ac:picMkLst>
            <pc:docMk/>
            <pc:sldMk cId="3197339648" sldId="262"/>
            <ac:picMk id="10" creationId="{460AD041-3FB4-B58E-C3EA-72A3F02C2EC3}"/>
          </ac:picMkLst>
        </pc:picChg>
        <pc:picChg chg="add mod">
          <ac:chgData name="김동준" userId="96aa002b-bd91-4565-a788-5adef97deda2" providerId="ADAL" clId="{9154125E-1CA0-42B4-94D0-B486E445B7A6}" dt="2025-10-28T11:31:22.364" v="1127" actId="1076"/>
          <ac:picMkLst>
            <pc:docMk/>
            <pc:sldMk cId="3197339648" sldId="262"/>
            <ac:picMk id="11" creationId="{120E6E8E-C18B-561F-AD9F-90F893837D70}"/>
          </ac:picMkLst>
        </pc:picChg>
        <pc:picChg chg="add mod">
          <ac:chgData name="김동준" userId="96aa002b-bd91-4565-a788-5adef97deda2" providerId="ADAL" clId="{9154125E-1CA0-42B4-94D0-B486E445B7A6}" dt="2025-10-28T11:31:24.411" v="1128" actId="1076"/>
          <ac:picMkLst>
            <pc:docMk/>
            <pc:sldMk cId="3197339648" sldId="262"/>
            <ac:picMk id="13" creationId="{738A9724-8699-B1C4-10F4-34415BE840A8}"/>
          </ac:picMkLst>
        </pc:picChg>
        <pc:picChg chg="add mod">
          <ac:chgData name="김동준" userId="96aa002b-bd91-4565-a788-5adef97deda2" providerId="ADAL" clId="{9154125E-1CA0-42B4-94D0-B486E445B7A6}" dt="2025-10-30T06:39:45.515" v="2020" actId="1076"/>
          <ac:picMkLst>
            <pc:docMk/>
            <pc:sldMk cId="3197339648" sldId="262"/>
            <ac:picMk id="15" creationId="{9EEA3E36-C2C5-DDBC-3EF1-DB998639E11D}"/>
          </ac:picMkLst>
        </pc:picChg>
      </pc:sldChg>
      <pc:sldChg chg="addSp delSp modSp new mod ord">
        <pc:chgData name="김동준" userId="96aa002b-bd91-4565-a788-5adef97deda2" providerId="ADAL" clId="{9154125E-1CA0-42B4-94D0-B486E445B7A6}" dt="2025-11-13T07:29:39.878" v="4770" actId="1076"/>
        <pc:sldMkLst>
          <pc:docMk/>
          <pc:sldMk cId="2102053431" sldId="263"/>
        </pc:sldMkLst>
        <pc:picChg chg="add mod">
          <ac:chgData name="김동준" userId="96aa002b-bd91-4565-a788-5adef97deda2" providerId="ADAL" clId="{9154125E-1CA0-42B4-94D0-B486E445B7A6}" dt="2025-11-13T07:29:39.878" v="4770" actId="1076"/>
          <ac:picMkLst>
            <pc:docMk/>
            <pc:sldMk cId="2102053431" sldId="263"/>
            <ac:picMk id="3" creationId="{F880820E-E38A-20A8-06F0-EAF458760DAB}"/>
          </ac:picMkLst>
        </pc:picChg>
        <pc:picChg chg="add mod">
          <ac:chgData name="김동준" userId="96aa002b-bd91-4565-a788-5adef97deda2" providerId="ADAL" clId="{9154125E-1CA0-42B4-94D0-B486E445B7A6}" dt="2025-10-30T23:03:26.496" v="2851" actId="14100"/>
          <ac:picMkLst>
            <pc:docMk/>
            <pc:sldMk cId="2102053431" sldId="263"/>
            <ac:picMk id="6" creationId="{F5DDB050-A746-8650-8163-3B70FD211DC9}"/>
          </ac:picMkLst>
        </pc:picChg>
        <pc:picChg chg="add mod">
          <ac:chgData name="김동준" userId="96aa002b-bd91-4565-a788-5adef97deda2" providerId="ADAL" clId="{9154125E-1CA0-42B4-94D0-B486E445B7A6}" dt="2025-10-30T14:13:17.561" v="2460" actId="1076"/>
          <ac:picMkLst>
            <pc:docMk/>
            <pc:sldMk cId="2102053431" sldId="263"/>
            <ac:picMk id="7" creationId="{4C3A0AE3-D8FD-EF55-1C14-B737202093A3}"/>
          </ac:picMkLst>
        </pc:picChg>
        <pc:picChg chg="add mod">
          <ac:chgData name="김동준" userId="96aa002b-bd91-4565-a788-5adef97deda2" providerId="ADAL" clId="{9154125E-1CA0-42B4-94D0-B486E445B7A6}" dt="2025-10-30T13:54:19.690" v="2291" actId="1076"/>
          <ac:picMkLst>
            <pc:docMk/>
            <pc:sldMk cId="2102053431" sldId="263"/>
            <ac:picMk id="11" creationId="{AE576BBC-3212-F9D2-F0B6-74974A203ED6}"/>
          </ac:picMkLst>
        </pc:picChg>
        <pc:picChg chg="add mod">
          <ac:chgData name="김동준" userId="96aa002b-bd91-4565-a788-5adef97deda2" providerId="ADAL" clId="{9154125E-1CA0-42B4-94D0-B486E445B7A6}" dt="2025-10-30T13:54:25.140" v="2293" actId="1076"/>
          <ac:picMkLst>
            <pc:docMk/>
            <pc:sldMk cId="2102053431" sldId="263"/>
            <ac:picMk id="19" creationId="{7FE5102E-7197-9281-9A6A-5493AD20D664}"/>
          </ac:picMkLst>
        </pc:picChg>
        <pc:picChg chg="add mod">
          <ac:chgData name="김동준" userId="96aa002b-bd91-4565-a788-5adef97deda2" providerId="ADAL" clId="{9154125E-1CA0-42B4-94D0-B486E445B7A6}" dt="2025-10-30T13:54:14.843" v="2289" actId="1076"/>
          <ac:picMkLst>
            <pc:docMk/>
            <pc:sldMk cId="2102053431" sldId="263"/>
            <ac:picMk id="29" creationId="{9B64186B-5924-779D-BA9C-4CA40D7D4DDF}"/>
          </ac:picMkLst>
        </pc:picChg>
        <pc:picChg chg="add mod">
          <ac:chgData name="김동준" userId="96aa002b-bd91-4565-a788-5adef97deda2" providerId="ADAL" clId="{9154125E-1CA0-42B4-94D0-B486E445B7A6}" dt="2025-10-28T14:51:40.005" v="1793" actId="1076"/>
          <ac:picMkLst>
            <pc:docMk/>
            <pc:sldMk cId="2102053431" sldId="263"/>
            <ac:picMk id="31" creationId="{585A421B-59F5-D940-C252-068066EA7976}"/>
          </ac:picMkLst>
        </pc:picChg>
        <pc:picChg chg="add del mod">
          <ac:chgData name="김동준" userId="96aa002b-bd91-4565-a788-5adef97deda2" providerId="ADAL" clId="{9154125E-1CA0-42B4-94D0-B486E445B7A6}" dt="2025-11-13T07:29:33.215" v="4769" actId="478"/>
          <ac:picMkLst>
            <pc:docMk/>
            <pc:sldMk cId="2102053431" sldId="263"/>
            <ac:picMk id="33" creationId="{B9BB3AEA-79EB-B311-1B9D-B7D25E1EAF78}"/>
          </ac:picMkLst>
        </pc:picChg>
      </pc:sldChg>
      <pc:sldChg chg="addSp delSp modSp new mod">
        <pc:chgData name="김동준" userId="96aa002b-bd91-4565-a788-5adef97deda2" providerId="ADAL" clId="{9154125E-1CA0-42B4-94D0-B486E445B7A6}" dt="2025-10-30T23:18:14.692" v="2873" actId="1076"/>
        <pc:sldMkLst>
          <pc:docMk/>
          <pc:sldMk cId="1231207500" sldId="264"/>
        </pc:sldMkLst>
        <pc:spChg chg="add mod">
          <ac:chgData name="김동준" userId="96aa002b-bd91-4565-a788-5adef97deda2" providerId="ADAL" clId="{9154125E-1CA0-42B4-94D0-B486E445B7A6}" dt="2025-10-30T23:18:14.692" v="2873" actId="1076"/>
          <ac:spMkLst>
            <pc:docMk/>
            <pc:sldMk cId="1231207500" sldId="264"/>
            <ac:spMk id="3" creationId="{6475BAD1-D1D8-C0F1-0E95-EDFA91AED8CC}"/>
          </ac:spMkLst>
        </pc:spChg>
        <pc:spChg chg="add mod">
          <ac:chgData name="김동준" userId="96aa002b-bd91-4565-a788-5adef97deda2" providerId="ADAL" clId="{9154125E-1CA0-42B4-94D0-B486E445B7A6}" dt="2025-10-30T06:37:01.534" v="1996" actId="113"/>
          <ac:spMkLst>
            <pc:docMk/>
            <pc:sldMk cId="1231207500" sldId="264"/>
            <ac:spMk id="14" creationId="{833FD06A-0622-BBAA-BAD5-F94E2AA61397}"/>
          </ac:spMkLst>
        </pc:spChg>
        <pc:picChg chg="add mod">
          <ac:chgData name="김동준" userId="96aa002b-bd91-4565-a788-5adef97deda2" providerId="ADAL" clId="{9154125E-1CA0-42B4-94D0-B486E445B7A6}" dt="2025-10-30T23:17:13.976" v="2867" actId="14100"/>
          <ac:picMkLst>
            <pc:docMk/>
            <pc:sldMk cId="1231207500" sldId="264"/>
            <ac:picMk id="18" creationId="{AE8A9497-2FF1-66BC-73CE-8C326DFC6C87}"/>
          </ac:picMkLst>
        </pc:picChg>
        <pc:picChg chg="add mod">
          <ac:chgData name="김동준" userId="96aa002b-bd91-4565-a788-5adef97deda2" providerId="ADAL" clId="{9154125E-1CA0-42B4-94D0-B486E445B7A6}" dt="2025-10-28T14:28:57.188" v="1723" actId="1076"/>
          <ac:picMkLst>
            <pc:docMk/>
            <pc:sldMk cId="1231207500" sldId="264"/>
            <ac:picMk id="20" creationId="{503440A4-519A-08A4-CCE5-4AAA75D16E79}"/>
          </ac:picMkLst>
        </pc:picChg>
      </pc:sldChg>
      <pc:sldChg chg="addSp delSp modSp new mod">
        <pc:chgData name="김동준" userId="96aa002b-bd91-4565-a788-5adef97deda2" providerId="ADAL" clId="{9154125E-1CA0-42B4-94D0-B486E445B7A6}" dt="2025-10-31T01:08:20.421" v="3777" actId="1076"/>
        <pc:sldMkLst>
          <pc:docMk/>
          <pc:sldMk cId="1649388876" sldId="265"/>
        </pc:sldMkLst>
        <pc:spChg chg="add mod">
          <ac:chgData name="김동준" userId="96aa002b-bd91-4565-a788-5adef97deda2" providerId="ADAL" clId="{9154125E-1CA0-42B4-94D0-B486E445B7A6}" dt="2025-10-30T23:18:54.207" v="2898" actId="1076"/>
          <ac:spMkLst>
            <pc:docMk/>
            <pc:sldMk cId="1649388876" sldId="265"/>
            <ac:spMk id="3" creationId="{63ACD5F9-E92B-D025-B8B9-23766D188289}"/>
          </ac:spMkLst>
        </pc:spChg>
        <pc:picChg chg="add mod">
          <ac:chgData name="김동준" userId="96aa002b-bd91-4565-a788-5adef97deda2" providerId="ADAL" clId="{9154125E-1CA0-42B4-94D0-B486E445B7A6}" dt="2025-10-31T01:08:17.145" v="3776" actId="1076"/>
          <ac:picMkLst>
            <pc:docMk/>
            <pc:sldMk cId="1649388876" sldId="265"/>
            <ac:picMk id="13" creationId="{BF6E757F-209A-0D4C-67D6-3F357B77FE9E}"/>
          </ac:picMkLst>
        </pc:picChg>
        <pc:picChg chg="add mod">
          <ac:chgData name="김동준" userId="96aa002b-bd91-4565-a788-5adef97deda2" providerId="ADAL" clId="{9154125E-1CA0-42B4-94D0-B486E445B7A6}" dt="2025-10-31T01:08:20.421" v="3777" actId="1076"/>
          <ac:picMkLst>
            <pc:docMk/>
            <pc:sldMk cId="1649388876" sldId="265"/>
            <ac:picMk id="15" creationId="{86AA2204-08A9-623C-749D-A94A6E93E255}"/>
          </ac:picMkLst>
        </pc:picChg>
      </pc:sldChg>
      <pc:sldChg chg="addSp delSp modSp add mod">
        <pc:chgData name="김동준" userId="96aa002b-bd91-4565-a788-5adef97deda2" providerId="ADAL" clId="{9154125E-1CA0-42B4-94D0-B486E445B7A6}" dt="2025-10-31T01:01:30.033" v="3719" actId="1076"/>
        <pc:sldMkLst>
          <pc:docMk/>
          <pc:sldMk cId="1154200567" sldId="267"/>
        </pc:sldMkLst>
        <pc:spChg chg="mod">
          <ac:chgData name="김동준" userId="96aa002b-bd91-4565-a788-5adef97deda2" providerId="ADAL" clId="{9154125E-1CA0-42B4-94D0-B486E445B7A6}" dt="2025-10-28T11:01:05.502" v="956" actId="20577"/>
          <ac:spMkLst>
            <pc:docMk/>
            <pc:sldMk cId="1154200567" sldId="267"/>
            <ac:spMk id="2" creationId="{43F0C5DB-044A-3163-E951-5009346FB95B}"/>
          </ac:spMkLst>
        </pc:spChg>
        <pc:spChg chg="add mod">
          <ac:chgData name="김동준" userId="96aa002b-bd91-4565-a788-5adef97deda2" providerId="ADAL" clId="{9154125E-1CA0-42B4-94D0-B486E445B7A6}" dt="2025-10-28T12:52:47.780" v="1257" actId="20577"/>
          <ac:spMkLst>
            <pc:docMk/>
            <pc:sldMk cId="1154200567" sldId="267"/>
            <ac:spMk id="3" creationId="{E4094558-5B38-9C69-1BDE-2609704B398A}"/>
          </ac:spMkLst>
        </pc:spChg>
        <pc:spChg chg="add mod">
          <ac:chgData name="김동준" userId="96aa002b-bd91-4565-a788-5adef97deda2" providerId="ADAL" clId="{9154125E-1CA0-42B4-94D0-B486E445B7A6}" dt="2025-10-31T01:01:30.033" v="3719" actId="1076"/>
          <ac:spMkLst>
            <pc:docMk/>
            <pc:sldMk cId="1154200567" sldId="267"/>
            <ac:spMk id="4" creationId="{734CDB20-286F-6D32-080D-7D1F9B9572FB}"/>
          </ac:spMkLst>
        </pc:spChg>
        <pc:spChg chg="add mod">
          <ac:chgData name="김동준" userId="96aa002b-bd91-4565-a788-5adef97deda2" providerId="ADAL" clId="{9154125E-1CA0-42B4-94D0-B486E445B7A6}" dt="2025-10-28T13:23:42.802" v="1625" actId="255"/>
          <ac:spMkLst>
            <pc:docMk/>
            <pc:sldMk cId="1154200567" sldId="267"/>
            <ac:spMk id="10" creationId="{56B31E54-1A8D-1A8E-9807-BEFFD35D4E0F}"/>
          </ac:spMkLst>
        </pc:spChg>
        <pc:picChg chg="add mod">
          <ac:chgData name="김동준" userId="96aa002b-bd91-4565-a788-5adef97deda2" providerId="ADAL" clId="{9154125E-1CA0-42B4-94D0-B486E445B7A6}" dt="2025-10-28T11:03:10.653" v="959" actId="1076"/>
          <ac:picMkLst>
            <pc:docMk/>
            <pc:sldMk cId="1154200567" sldId="267"/>
            <ac:picMk id="1026" creationId="{03C9ACE9-FC02-A503-9EA3-FB32513FB930}"/>
          </ac:picMkLst>
        </pc:picChg>
      </pc:sldChg>
      <pc:sldChg chg="addSp delSp modSp new mod">
        <pc:chgData name="김동준" userId="96aa002b-bd91-4565-a788-5adef97deda2" providerId="ADAL" clId="{9154125E-1CA0-42B4-94D0-B486E445B7A6}" dt="2025-10-30T13:22:59.531" v="2228" actId="1076"/>
        <pc:sldMkLst>
          <pc:docMk/>
          <pc:sldMk cId="311644533" sldId="268"/>
        </pc:sldMkLst>
        <pc:picChg chg="add mod">
          <ac:chgData name="김동준" userId="96aa002b-bd91-4565-a788-5adef97deda2" providerId="ADAL" clId="{9154125E-1CA0-42B4-94D0-B486E445B7A6}" dt="2025-10-29T19:42:50.047" v="1883" actId="1076"/>
          <ac:picMkLst>
            <pc:docMk/>
            <pc:sldMk cId="311644533" sldId="268"/>
            <ac:picMk id="3" creationId="{7FD22E75-D9EF-15F8-AC0D-A18847E2610C}"/>
          </ac:picMkLst>
        </pc:picChg>
        <pc:picChg chg="add mod">
          <ac:chgData name="김동준" userId="96aa002b-bd91-4565-a788-5adef97deda2" providerId="ADAL" clId="{9154125E-1CA0-42B4-94D0-B486E445B7A6}" dt="2025-10-28T14:08:05.775" v="1692" actId="14100"/>
          <ac:picMkLst>
            <pc:docMk/>
            <pc:sldMk cId="311644533" sldId="268"/>
            <ac:picMk id="5" creationId="{A19F43CA-C49F-FD9D-BE63-D3B571B23DC2}"/>
          </ac:picMkLst>
        </pc:picChg>
        <pc:picChg chg="add mod">
          <ac:chgData name="김동준" userId="96aa002b-bd91-4565-a788-5adef97deda2" providerId="ADAL" clId="{9154125E-1CA0-42B4-94D0-B486E445B7A6}" dt="2025-10-30T13:22:56.503" v="2226" actId="1076"/>
          <ac:picMkLst>
            <pc:docMk/>
            <pc:sldMk cId="311644533" sldId="268"/>
            <ac:picMk id="6" creationId="{64AE0FD8-CBD6-DEA6-BCEF-F31ADEB49C1E}"/>
          </ac:picMkLst>
        </pc:picChg>
        <pc:picChg chg="add mod">
          <ac:chgData name="김동준" userId="96aa002b-bd91-4565-a788-5adef97deda2" providerId="ADAL" clId="{9154125E-1CA0-42B4-94D0-B486E445B7A6}" dt="2025-10-30T13:22:59.531" v="2228" actId="1076"/>
          <ac:picMkLst>
            <pc:docMk/>
            <pc:sldMk cId="311644533" sldId="268"/>
            <ac:picMk id="8" creationId="{8CB9C134-897A-DF8C-36F4-50E1051D9AE1}"/>
          </ac:picMkLst>
        </pc:picChg>
        <pc:picChg chg="add mod">
          <ac:chgData name="김동준" userId="96aa002b-bd91-4565-a788-5adef97deda2" providerId="ADAL" clId="{9154125E-1CA0-42B4-94D0-B486E445B7A6}" dt="2025-10-28T14:56:11.469" v="1797" actId="1076"/>
          <ac:picMkLst>
            <pc:docMk/>
            <pc:sldMk cId="311644533" sldId="268"/>
            <ac:picMk id="13" creationId="{A7F2C6C6-78C8-F67A-46CE-C416CB835A83}"/>
          </ac:picMkLst>
        </pc:picChg>
      </pc:sldChg>
      <pc:sldChg chg="addSp delSp modSp add mod">
        <pc:chgData name="김동준" userId="96aa002b-bd91-4565-a788-5adef97deda2" providerId="ADAL" clId="{9154125E-1CA0-42B4-94D0-B486E445B7A6}" dt="2025-11-06T12:51:38.404" v="4756" actId="1076"/>
        <pc:sldMkLst>
          <pc:docMk/>
          <pc:sldMk cId="3222391748" sldId="270"/>
        </pc:sldMkLst>
        <pc:spChg chg="mod">
          <ac:chgData name="김동준" userId="96aa002b-bd91-4565-a788-5adef97deda2" providerId="ADAL" clId="{9154125E-1CA0-42B4-94D0-B486E445B7A6}" dt="2025-10-30T22:18:39.457" v="2777" actId="1076"/>
          <ac:spMkLst>
            <pc:docMk/>
            <pc:sldMk cId="3222391748" sldId="270"/>
            <ac:spMk id="2" creationId="{84F480A6-0AB7-8228-E9AD-AF5CB5447B5D}"/>
          </ac:spMkLst>
        </pc:spChg>
        <pc:picChg chg="add mod">
          <ac:chgData name="김동준" userId="96aa002b-bd91-4565-a788-5adef97deda2" providerId="ADAL" clId="{9154125E-1CA0-42B4-94D0-B486E445B7A6}" dt="2025-11-06T12:51:38.404" v="4756" actId="1076"/>
          <ac:picMkLst>
            <pc:docMk/>
            <pc:sldMk cId="3222391748" sldId="270"/>
            <ac:picMk id="9" creationId="{30E1E9CE-9638-440D-BBE3-57C6E184C076}"/>
          </ac:picMkLst>
        </pc:picChg>
        <pc:picChg chg="add mod">
          <ac:chgData name="김동준" userId="96aa002b-bd91-4565-a788-5adef97deda2" providerId="ADAL" clId="{9154125E-1CA0-42B4-94D0-B486E445B7A6}" dt="2025-10-30T16:32:36.551" v="2530" actId="1076"/>
          <ac:picMkLst>
            <pc:docMk/>
            <pc:sldMk cId="3222391748" sldId="270"/>
            <ac:picMk id="11" creationId="{3055CC06-4792-63F9-BE67-24A756088F9E}"/>
          </ac:picMkLst>
        </pc:picChg>
        <pc:picChg chg="add mod">
          <ac:chgData name="김동준" userId="96aa002b-bd91-4565-a788-5adef97deda2" providerId="ADAL" clId="{9154125E-1CA0-42B4-94D0-B486E445B7A6}" dt="2025-10-31T02:04:15.793" v="4072" actId="1076"/>
          <ac:picMkLst>
            <pc:docMk/>
            <pc:sldMk cId="3222391748" sldId="270"/>
            <ac:picMk id="13" creationId="{019D3EA8-C8C6-C0E8-8EC8-D59CCB8345F9}"/>
          </ac:picMkLst>
        </pc:picChg>
      </pc:sldChg>
      <pc:sldChg chg="addSp delSp modSp new mod">
        <pc:chgData name="김동준" userId="96aa002b-bd91-4565-a788-5adef97deda2" providerId="ADAL" clId="{9154125E-1CA0-42B4-94D0-B486E445B7A6}" dt="2025-10-31T00:02:35.490" v="3244" actId="14100"/>
        <pc:sldMkLst>
          <pc:docMk/>
          <pc:sldMk cId="2695099003" sldId="271"/>
        </pc:sldMkLst>
        <pc:spChg chg="mod">
          <ac:chgData name="김동준" userId="96aa002b-bd91-4565-a788-5adef97deda2" providerId="ADAL" clId="{9154125E-1CA0-42B4-94D0-B486E445B7A6}" dt="2025-10-30T22:34:11.828" v="2850" actId="20577"/>
          <ac:spMkLst>
            <pc:docMk/>
            <pc:sldMk cId="2695099003" sldId="271"/>
            <ac:spMk id="2" creationId="{B6CBF306-9585-4ACE-40C0-3C9D7862A266}"/>
          </ac:spMkLst>
        </pc:spChg>
        <pc:picChg chg="add mod">
          <ac:chgData name="김동준" userId="96aa002b-bd91-4565-a788-5adef97deda2" providerId="ADAL" clId="{9154125E-1CA0-42B4-94D0-B486E445B7A6}" dt="2025-10-30T23:12:28.227" v="2852" actId="1035"/>
          <ac:picMkLst>
            <pc:docMk/>
            <pc:sldMk cId="2695099003" sldId="271"/>
            <ac:picMk id="13" creationId="{223B6430-1707-87DC-3AE2-5AB380120B18}"/>
          </ac:picMkLst>
        </pc:picChg>
        <pc:picChg chg="add mod">
          <ac:chgData name="김동준" userId="96aa002b-bd91-4565-a788-5adef97deda2" providerId="ADAL" clId="{9154125E-1CA0-42B4-94D0-B486E445B7A6}" dt="2025-10-31T00:02:35.490" v="3244" actId="14100"/>
          <ac:picMkLst>
            <pc:docMk/>
            <pc:sldMk cId="2695099003" sldId="271"/>
            <ac:picMk id="15" creationId="{C77E08B2-15AA-8541-7CB4-F43916209A1A}"/>
          </ac:picMkLst>
        </pc:picChg>
        <pc:picChg chg="add mod">
          <ac:chgData name="김동준" userId="96aa002b-bd91-4565-a788-5adef97deda2" providerId="ADAL" clId="{9154125E-1CA0-42B4-94D0-B486E445B7A6}" dt="2025-10-30T22:25:58.974" v="2843" actId="1076"/>
          <ac:picMkLst>
            <pc:docMk/>
            <pc:sldMk cId="2695099003" sldId="271"/>
            <ac:picMk id="21" creationId="{61CEC933-0210-F3BD-AEC2-862C9149CF74}"/>
          </ac:picMkLst>
        </pc:picChg>
      </pc:sldChg>
      <pc:sldChg chg="addSp delSp modSp new mod ord">
        <pc:chgData name="김동준" userId="96aa002b-bd91-4565-a788-5adef97deda2" providerId="ADAL" clId="{9154125E-1CA0-42B4-94D0-B486E445B7A6}" dt="2025-11-06T11:25:42.609" v="4751" actId="113"/>
        <pc:sldMkLst>
          <pc:docMk/>
          <pc:sldMk cId="1365171606" sldId="272"/>
        </pc:sldMkLst>
        <pc:spChg chg="mod">
          <ac:chgData name="김동준" userId="96aa002b-bd91-4565-a788-5adef97deda2" providerId="ADAL" clId="{9154125E-1CA0-42B4-94D0-B486E445B7A6}" dt="2025-10-31T02:51:33.761" v="4465" actId="14100"/>
          <ac:spMkLst>
            <pc:docMk/>
            <pc:sldMk cId="1365171606" sldId="272"/>
            <ac:spMk id="2" creationId="{592BF353-9B25-DE16-A3B7-375B70C8850E}"/>
          </ac:spMkLst>
        </pc:spChg>
        <pc:spChg chg="add mod">
          <ac:chgData name="김동준" userId="96aa002b-bd91-4565-a788-5adef97deda2" providerId="ADAL" clId="{9154125E-1CA0-42B4-94D0-B486E445B7A6}" dt="2025-11-06T11:25:42.609" v="4751" actId="113"/>
          <ac:spMkLst>
            <pc:docMk/>
            <pc:sldMk cId="1365171606" sldId="272"/>
            <ac:spMk id="5" creationId="{887AB16E-A84A-1301-94B4-1DB5606A1FC3}"/>
          </ac:spMkLst>
        </pc:spChg>
        <pc:spChg chg="add mod">
          <ac:chgData name="김동준" userId="96aa002b-bd91-4565-a788-5adef97deda2" providerId="ADAL" clId="{9154125E-1CA0-42B4-94D0-B486E445B7A6}" dt="2025-10-31T02:44:16.423" v="4209" actId="1076"/>
          <ac:spMkLst>
            <pc:docMk/>
            <pc:sldMk cId="1365171606" sldId="272"/>
            <ac:spMk id="8" creationId="{37D3CA3F-0B25-3B79-FFEA-9FB41FC9CB67}"/>
          </ac:spMkLst>
        </pc:spChg>
        <pc:spChg chg="add mod">
          <ac:chgData name="김동준" userId="96aa002b-bd91-4565-a788-5adef97deda2" providerId="ADAL" clId="{9154125E-1CA0-42B4-94D0-B486E445B7A6}" dt="2025-11-06T08:46:54.321" v="4744" actId="1076"/>
          <ac:spMkLst>
            <pc:docMk/>
            <pc:sldMk cId="1365171606" sldId="272"/>
            <ac:spMk id="10" creationId="{E05ECB71-CE0C-2B03-50AD-D456600BC788}"/>
          </ac:spMkLst>
        </pc:spChg>
        <pc:spChg chg="add mod">
          <ac:chgData name="김동준" userId="96aa002b-bd91-4565-a788-5adef97deda2" providerId="ADAL" clId="{9154125E-1CA0-42B4-94D0-B486E445B7A6}" dt="2025-10-31T03:03:48.118" v="4727"/>
          <ac:spMkLst>
            <pc:docMk/>
            <pc:sldMk cId="1365171606" sldId="272"/>
            <ac:spMk id="11" creationId="{4B40F185-C6AE-068E-1AFB-5C3E3B4244AC}"/>
          </ac:spMkLst>
        </pc:spChg>
        <pc:picChg chg="add mod">
          <ac:chgData name="김동준" userId="96aa002b-bd91-4565-a788-5adef97deda2" providerId="ADAL" clId="{9154125E-1CA0-42B4-94D0-B486E445B7A6}" dt="2025-10-31T02:01:51.762" v="4059" actId="1076"/>
          <ac:picMkLst>
            <pc:docMk/>
            <pc:sldMk cId="1365171606" sldId="272"/>
            <ac:picMk id="7" creationId="{8BAD01B9-DC2B-E6D1-6976-2CAB99A59A05}"/>
          </ac:picMkLst>
        </pc:picChg>
      </pc:sldChg>
      <pc:sldChg chg="addSp delSp modSp new mod">
        <pc:chgData name="김동준" userId="96aa002b-bd91-4565-a788-5adef97deda2" providerId="ADAL" clId="{9154125E-1CA0-42B4-94D0-B486E445B7A6}" dt="2025-10-31T01:17:54.873" v="3993" actId="20577"/>
        <pc:sldMkLst>
          <pc:docMk/>
          <pc:sldMk cId="3366204848" sldId="273"/>
        </pc:sldMkLst>
        <pc:spChg chg="mod">
          <ac:chgData name="김동준" userId="96aa002b-bd91-4565-a788-5adef97deda2" providerId="ADAL" clId="{9154125E-1CA0-42B4-94D0-B486E445B7A6}" dt="2025-10-30T13:58:10.561" v="2316" actId="1076"/>
          <ac:spMkLst>
            <pc:docMk/>
            <pc:sldMk cId="3366204848" sldId="273"/>
            <ac:spMk id="2" creationId="{1625260C-2121-64F9-DC67-C7466BFD5D67}"/>
          </ac:spMkLst>
        </pc:spChg>
        <pc:spChg chg="add mod">
          <ac:chgData name="김동준" userId="96aa002b-bd91-4565-a788-5adef97deda2" providerId="ADAL" clId="{9154125E-1CA0-42B4-94D0-B486E445B7A6}" dt="2025-10-31T01:17:54.873" v="3993" actId="20577"/>
          <ac:spMkLst>
            <pc:docMk/>
            <pc:sldMk cId="3366204848" sldId="273"/>
            <ac:spMk id="7" creationId="{A403F140-A277-D6BE-4E3F-BC8DC38EE6C7}"/>
          </ac:spMkLst>
        </pc:spChg>
        <pc:spChg chg="add mod">
          <ac:chgData name="김동준" userId="96aa002b-bd91-4565-a788-5adef97deda2" providerId="ADAL" clId="{9154125E-1CA0-42B4-94D0-B486E445B7A6}" dt="2025-10-30T14:23:23.941" v="2485" actId="1076"/>
          <ac:spMkLst>
            <pc:docMk/>
            <pc:sldMk cId="3366204848" sldId="273"/>
            <ac:spMk id="11" creationId="{9283E1DD-2F7A-83CA-090B-CD9A642F6770}"/>
          </ac:spMkLst>
        </pc:spChg>
        <pc:picChg chg="add mod">
          <ac:chgData name="김동준" userId="96aa002b-bd91-4565-a788-5adef97deda2" providerId="ADAL" clId="{9154125E-1CA0-42B4-94D0-B486E445B7A6}" dt="2025-10-30T14:07:23.059" v="2430" actId="14100"/>
          <ac:picMkLst>
            <pc:docMk/>
            <pc:sldMk cId="3366204848" sldId="273"/>
            <ac:picMk id="5" creationId="{14B00E78-576B-0ACC-DA14-EF22B8E39652}"/>
          </ac:picMkLst>
        </pc:picChg>
        <pc:picChg chg="add mod">
          <ac:chgData name="김동준" userId="96aa002b-bd91-4565-a788-5adef97deda2" providerId="ADAL" clId="{9154125E-1CA0-42B4-94D0-B486E445B7A6}" dt="2025-10-30T14:23:27.747" v="2487" actId="1076"/>
          <ac:picMkLst>
            <pc:docMk/>
            <pc:sldMk cId="3366204848" sldId="273"/>
            <ac:picMk id="13" creationId="{933C59E0-5ED8-889C-4171-8A79FD049DCD}"/>
          </ac:picMkLst>
        </pc:picChg>
        <pc:picChg chg="add del mod">
          <ac:chgData name="김동준" userId="96aa002b-bd91-4565-a788-5adef97deda2" providerId="ADAL" clId="{9154125E-1CA0-42B4-94D0-B486E445B7A6}" dt="2025-10-30T14:15:58.648" v="2468" actId="478"/>
          <ac:picMkLst>
            <pc:docMk/>
            <pc:sldMk cId="3366204848" sldId="273"/>
            <ac:picMk id="15" creationId="{F75666EC-A04C-CE2D-D558-CAB68ABF20B8}"/>
          </ac:picMkLst>
        </pc:picChg>
        <pc:picChg chg="add mod">
          <ac:chgData name="김동준" userId="96aa002b-bd91-4565-a788-5adef97deda2" providerId="ADAL" clId="{9154125E-1CA0-42B4-94D0-B486E445B7A6}" dt="2025-10-30T14:23:26.008" v="2486" actId="1076"/>
          <ac:picMkLst>
            <pc:docMk/>
            <pc:sldMk cId="3366204848" sldId="273"/>
            <ac:picMk id="21" creationId="{04EBF5A0-3292-C18F-1D99-998F5AE83B72}"/>
          </ac:picMkLst>
        </pc:picChg>
        <pc:picChg chg="add mod">
          <ac:chgData name="김동준" userId="96aa002b-bd91-4565-a788-5adef97deda2" providerId="ADAL" clId="{9154125E-1CA0-42B4-94D0-B486E445B7A6}" dt="2025-10-30T14:16:21.189" v="2477" actId="1076"/>
          <ac:picMkLst>
            <pc:docMk/>
            <pc:sldMk cId="3366204848" sldId="273"/>
            <ac:picMk id="27" creationId="{FC3EB229-7893-D7A5-9BCC-BFBAC952BA97}"/>
          </ac:picMkLst>
        </pc:picChg>
        <pc:picChg chg="add mod">
          <ac:chgData name="김동준" userId="96aa002b-bd91-4565-a788-5adef97deda2" providerId="ADAL" clId="{9154125E-1CA0-42B4-94D0-B486E445B7A6}" dt="2025-10-30T14:19:20.430" v="2484" actId="1076"/>
          <ac:picMkLst>
            <pc:docMk/>
            <pc:sldMk cId="3366204848" sldId="273"/>
            <ac:picMk id="29" creationId="{C7BA8A8C-F9AB-D13A-03C0-410C1F21024C}"/>
          </ac:picMkLst>
        </pc:picChg>
      </pc:sldChg>
      <pc:sldChg chg="addSp modSp new mod">
        <pc:chgData name="김동준" userId="96aa002b-bd91-4565-a788-5adef97deda2" providerId="ADAL" clId="{9154125E-1CA0-42B4-94D0-B486E445B7A6}" dt="2025-10-31T00:55:48.935" v="3441" actId="20577"/>
        <pc:sldMkLst>
          <pc:docMk/>
          <pc:sldMk cId="1617673954" sldId="275"/>
        </pc:sldMkLst>
        <pc:spChg chg="add mod">
          <ac:chgData name="김동준" userId="96aa002b-bd91-4565-a788-5adef97deda2" providerId="ADAL" clId="{9154125E-1CA0-42B4-94D0-B486E445B7A6}" dt="2025-10-31T00:55:48.935" v="3441" actId="20577"/>
          <ac:spMkLst>
            <pc:docMk/>
            <pc:sldMk cId="1617673954" sldId="275"/>
            <ac:spMk id="2" creationId="{B8A3A2D2-A490-96FD-C37C-F70227332895}"/>
          </ac:spMkLst>
        </pc:spChg>
      </pc:sldChg>
      <pc:sldChg chg="modSp add mod ord">
        <pc:chgData name="김동준" userId="96aa002b-bd91-4565-a788-5adef97deda2" providerId="ADAL" clId="{9154125E-1CA0-42B4-94D0-B486E445B7A6}" dt="2025-11-06T12:51:31.136" v="4755" actId="14100"/>
        <pc:sldMkLst>
          <pc:docMk/>
          <pc:sldMk cId="2969481171" sldId="276"/>
        </pc:sldMkLst>
        <pc:spChg chg="mod">
          <ac:chgData name="김동준" userId="96aa002b-bd91-4565-a788-5adef97deda2" providerId="ADAL" clId="{9154125E-1CA0-42B4-94D0-B486E445B7A6}" dt="2025-10-31T02:37:14.469" v="4131" actId="20577"/>
          <ac:spMkLst>
            <pc:docMk/>
            <pc:sldMk cId="2969481171" sldId="276"/>
            <ac:spMk id="2" creationId="{B7CE8895-6EF6-7421-81DF-49416D8F36DA}"/>
          </ac:spMkLst>
        </pc:spChg>
        <pc:picChg chg="mod">
          <ac:chgData name="김동준" userId="96aa002b-bd91-4565-a788-5adef97deda2" providerId="ADAL" clId="{9154125E-1CA0-42B4-94D0-B486E445B7A6}" dt="2025-11-06T12:51:31.136" v="4755" actId="14100"/>
          <ac:picMkLst>
            <pc:docMk/>
            <pc:sldMk cId="2969481171" sldId="276"/>
            <ac:picMk id="5" creationId="{0F38396B-815C-65E9-1D2A-7001B61C05F5}"/>
          </ac:picMkLst>
        </pc:picChg>
        <pc:picChg chg="mod">
          <ac:chgData name="김동준" userId="96aa002b-bd91-4565-a788-5adef97deda2" providerId="ADAL" clId="{9154125E-1CA0-42B4-94D0-B486E445B7A6}" dt="2025-10-31T00:02:27.170" v="3240" actId="14100"/>
          <ac:picMkLst>
            <pc:docMk/>
            <pc:sldMk cId="2969481171" sldId="276"/>
            <ac:picMk id="9" creationId="{3BC10E53-9180-7BC2-3756-9C65F92503A4}"/>
          </ac:picMkLst>
        </pc:picChg>
        <pc:picChg chg="mod">
          <ac:chgData name="김동준" userId="96aa002b-bd91-4565-a788-5adef97deda2" providerId="ADAL" clId="{9154125E-1CA0-42B4-94D0-B486E445B7A6}" dt="2025-10-31T00:02:30.279" v="3242" actId="14100"/>
          <ac:picMkLst>
            <pc:docMk/>
            <pc:sldMk cId="2969481171" sldId="276"/>
            <ac:picMk id="11" creationId="{E2CD8E34-AB55-4AF7-C8DC-20D10A77D6C6}"/>
          </ac:picMkLst>
        </pc:picChg>
      </pc:sldChg>
      <pc:sldChg chg="addSp delSp modSp new mod">
        <pc:chgData name="김동준" userId="96aa002b-bd91-4565-a788-5adef97deda2" providerId="ADAL" clId="{9154125E-1CA0-42B4-94D0-B486E445B7A6}" dt="2025-10-31T02:37:58.615" v="4150" actId="20577"/>
        <pc:sldMkLst>
          <pc:docMk/>
          <pc:sldMk cId="3641450160" sldId="277"/>
        </pc:sldMkLst>
        <pc:spChg chg="mod">
          <ac:chgData name="김동준" userId="96aa002b-bd91-4565-a788-5adef97deda2" providerId="ADAL" clId="{9154125E-1CA0-42B4-94D0-B486E445B7A6}" dt="2025-10-30T23:58:33.638" v="3077" actId="27636"/>
          <ac:spMkLst>
            <pc:docMk/>
            <pc:sldMk cId="3641450160" sldId="277"/>
            <ac:spMk id="2" creationId="{2FA20152-F744-3975-6653-4171DC2E252E}"/>
          </ac:spMkLst>
        </pc:spChg>
        <pc:spChg chg="add mod">
          <ac:chgData name="김동준" userId="96aa002b-bd91-4565-a788-5adef97deda2" providerId="ADAL" clId="{9154125E-1CA0-42B4-94D0-B486E445B7A6}" dt="2025-10-31T02:37:58.615" v="4150" actId="20577"/>
          <ac:spMkLst>
            <pc:docMk/>
            <pc:sldMk cId="3641450160" sldId="277"/>
            <ac:spMk id="7" creationId="{9015C876-8BC9-7C75-F19D-1A765856C6D5}"/>
          </ac:spMkLst>
        </pc:spChg>
        <pc:picChg chg="add mod">
          <ac:chgData name="김동준" userId="96aa002b-bd91-4565-a788-5adef97deda2" providerId="ADAL" clId="{9154125E-1CA0-42B4-94D0-B486E445B7A6}" dt="2025-10-30T23:55:30.100" v="2969" actId="14100"/>
          <ac:picMkLst>
            <pc:docMk/>
            <pc:sldMk cId="3641450160" sldId="277"/>
            <ac:picMk id="5" creationId="{07842AC6-D857-EEFA-C1E8-70DF3956E068}"/>
          </ac:picMkLst>
        </pc:picChg>
      </pc:sldChg>
    </pc:docChg>
  </pc:docChgLst>
  <pc:docChgLst>
    <pc:chgData name="김동준" userId="96aa002b-bd91-4565-a788-5adef97deda2" providerId="ADAL" clId="{E03B2BD4-4FD8-49B6-A0B0-8352F6182CE7}"/>
    <pc:docChg chg="undo custSel modSld sldOrd">
      <pc:chgData name="김동준" userId="96aa002b-bd91-4565-a788-5adef97deda2" providerId="ADAL" clId="{E03B2BD4-4FD8-49B6-A0B0-8352F6182CE7}" dt="2025-11-03T19:03:37.322" v="69" actId="1076"/>
      <pc:docMkLst>
        <pc:docMk/>
      </pc:docMkLst>
      <pc:sldChg chg="modSp mod">
        <pc:chgData name="김동준" userId="96aa002b-bd91-4565-a788-5adef97deda2" providerId="ADAL" clId="{E03B2BD4-4FD8-49B6-A0B0-8352F6182CE7}" dt="2025-11-03T19:03:37.322" v="69" actId="1076"/>
        <pc:sldMkLst>
          <pc:docMk/>
          <pc:sldMk cId="1310348133" sldId="256"/>
        </pc:sldMkLst>
        <pc:spChg chg="mod">
          <ac:chgData name="김동준" userId="96aa002b-bd91-4565-a788-5adef97deda2" providerId="ADAL" clId="{E03B2BD4-4FD8-49B6-A0B0-8352F6182CE7}" dt="2025-11-03T19:03:37.322" v="69" actId="1076"/>
          <ac:spMkLst>
            <pc:docMk/>
            <pc:sldMk cId="1310348133" sldId="256"/>
            <ac:spMk id="3" creationId="{002EEC70-953A-ADBE-04E7-B9042059405B}"/>
          </ac:spMkLst>
        </pc:spChg>
      </pc:sldChg>
      <pc:sldChg chg="ord">
        <pc:chgData name="김동준" userId="96aa002b-bd91-4565-a788-5adef97deda2" providerId="ADAL" clId="{E03B2BD4-4FD8-49B6-A0B0-8352F6182CE7}" dt="2025-10-31T01:33:06.384" v="1"/>
        <pc:sldMkLst>
          <pc:docMk/>
          <pc:sldMk cId="1950610694" sldId="260"/>
        </pc:sldMkLst>
      </pc:sldChg>
      <pc:sldChg chg="modSp mod">
        <pc:chgData name="김동준" userId="96aa002b-bd91-4565-a788-5adef97deda2" providerId="ADAL" clId="{E03B2BD4-4FD8-49B6-A0B0-8352F6182CE7}" dt="2025-11-03T02:06:22.206" v="68" actId="20577"/>
        <pc:sldMkLst>
          <pc:docMk/>
          <pc:sldMk cId="1365171606" sldId="272"/>
        </pc:sldMkLst>
        <pc:spChg chg="mod">
          <ac:chgData name="김동준" userId="96aa002b-bd91-4565-a788-5adef97deda2" providerId="ADAL" clId="{E03B2BD4-4FD8-49B6-A0B0-8352F6182CE7}" dt="2025-11-03T02:06:22.206" v="68" actId="20577"/>
          <ac:spMkLst>
            <pc:docMk/>
            <pc:sldMk cId="1365171606" sldId="272"/>
            <ac:spMk id="11" creationId="{4B40F185-C6AE-068E-1AFB-5C3E3B4244AC}"/>
          </ac:spMkLst>
        </pc:spChg>
      </pc:sldChg>
      <pc:sldChg chg="modSp mod">
        <pc:chgData name="김동준" userId="96aa002b-bd91-4565-a788-5adef97deda2" providerId="ADAL" clId="{E03B2BD4-4FD8-49B6-A0B0-8352F6182CE7}" dt="2025-11-03T02:04:36.147" v="5" actId="1076"/>
        <pc:sldMkLst>
          <pc:docMk/>
          <pc:sldMk cId="3366204848" sldId="273"/>
        </pc:sldMkLst>
        <pc:spChg chg="mod">
          <ac:chgData name="김동준" userId="96aa002b-bd91-4565-a788-5adef97deda2" providerId="ADAL" clId="{E03B2BD4-4FD8-49B6-A0B0-8352F6182CE7}" dt="2025-11-03T02:04:36.147" v="5" actId="1076"/>
          <ac:spMkLst>
            <pc:docMk/>
            <pc:sldMk cId="3366204848" sldId="273"/>
            <ac:spMk id="11" creationId="{9283E1DD-2F7A-83CA-090B-CD9A642F67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4F68C-1CBD-4951-8E46-42A43094A155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5F622-B56D-40AB-AD24-89B138A14B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87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5F622-B56D-40AB-AD24-89B138A14B3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57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FCFCE-66C5-E5D5-7CA9-E869EAB8B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C95340-8141-7346-4796-F67D729CA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7F107B-F814-D1EA-F1BE-1CE394D8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4103B-1862-071B-C04D-844713F0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3AD57E-2F65-F4DD-AE33-608A8CF1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46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E478F-55A2-ECE7-9F0D-A670C4CB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C84B3F-5B76-6544-B55E-41D0B0AAC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99780B-646A-594D-F537-6930BE82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91401-03EE-4F53-17FD-F80DA9B41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85A7AB-A77A-65F9-239F-2383783D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26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9B1C9-B14F-089E-24F9-637817D9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81B62C-C146-DE63-D7E9-4ECB68537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18C9F-B849-7272-A6D8-ADD7FB1D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D40769-C528-2CD7-05F1-A2C7D7F1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0A7AC0-8508-B78D-A6E9-3219758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62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71A32-1603-9D66-2DDD-BB068A2A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F337FC-F281-1CEF-CC24-1ED6CC2E0D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6790E3-E5C5-C921-96DB-38861AD3E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DC3872-843F-12D7-3FB3-9A4FC453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21C8E3-EA58-49F6-B02A-23ACBB4C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C2AB18-EF60-1949-7B84-D23C8147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71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48BA2-64D8-CE5F-F596-0DA2B1F2C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F17B17-C7BA-4808-D5C6-E13D70979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382841-9482-F81C-E08F-4EC3D559A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17C75F-C75B-0F71-82DF-7395BF3B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88E4D5-05A7-674D-3738-72139B3ED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B771F5-37B7-C1B6-E636-E386F2842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D2CDAB-1149-9994-E405-7AC46B25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DA9AD5-D964-D5D2-6127-0CCBAECA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364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49CB9-5B10-634E-B62A-5E01CEE0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27C2F7-D128-9EF4-B9B0-881DA2DF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D3AB6A-246A-27FA-7F58-1ACA1DE2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67957D-27AC-DDF3-321F-F00125A6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7BD3D3-D858-8439-533B-A9EEE4C0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E55848-AA0C-81A7-9327-71E3BC5E8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B424AD-26F9-95F3-A69F-0B5E98450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52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84892-5AE0-E869-8339-93F6F8C2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0035EC-8300-9F76-4536-80A9D3D31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E0D1C9-C737-32FE-2D38-D4579B3D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1441CA-AC70-9E2F-E13F-A7F28E5C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F48AEE-5ED8-F278-C8AF-9362F865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CC45BF-457E-4940-6162-C7DAF380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22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BFE96-059B-28C1-166F-91333AE8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07EC45-F2AE-A219-7021-55CD8264F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2834BA-A4B8-B0BC-2944-BB9B44112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AB0E12-EFF2-2197-6730-C8D0E977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B80FE8-3400-2B4A-75C9-179F5C5B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558053-4ABE-6DD1-194A-FDFEFCC0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04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D4B8E-95F6-931A-B883-91B89AA51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09CC2B-91F4-3927-228A-85FBB3C58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E1B6A5-5136-EB64-8E5B-36F270248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22898-6CAD-8227-2A52-F3B0A2CEA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B585BA-52BB-760C-A6FC-060FDA8F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9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EB6618-06F9-4DBF-86D6-A8DFFEE70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1A7B93-8EE8-2F9F-EE05-480E0A5B0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156CB1-81C6-79C8-B089-6C70C94D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4E10D-B6DF-5EEE-49A8-803D790F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A3615-43BD-BA8B-894D-E890BB23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52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F3EC3E-C59C-5233-61D6-5D13F1502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59308-56E3-8F2E-6678-9FC9F20C0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98943B-D69D-E8F4-9A97-4882E4D68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8EC25-ED09-48F2-AF6E-7CC0A708EEDF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28E380-9E54-6BB1-6D0B-7DD7540BF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A123E-A8D8-FE58-625C-59C9BDC70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3E4D3-AC22-43A9-98F5-02FADC5A4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952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38C77-46A2-8F0B-12D3-81C2C13B7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sz="4000"/>
            </a:br>
            <a:br>
              <a:rPr lang="en-US" altLang="ko-KR" sz="4000"/>
            </a:br>
            <a:r>
              <a:rPr lang="en-US" altLang="ko-KR" sz="2700"/>
              <a:t>Computational Physics II project</a:t>
            </a:r>
            <a:br>
              <a:rPr lang="en-US" altLang="ko-KR" sz="4000"/>
            </a:br>
            <a:br>
              <a:rPr lang="en-US" altLang="ko-KR" sz="4000"/>
            </a:br>
            <a:r>
              <a:rPr lang="en-US" altLang="ko-KR" sz="4000" b="1"/>
              <a:t>Coupled RCSJ Equations</a:t>
            </a:r>
            <a:br>
              <a:rPr lang="en-US" altLang="ko-KR" sz="4000" b="1"/>
            </a:br>
            <a:r>
              <a:rPr lang="en-US" altLang="ko-KR" sz="4000" b="1"/>
              <a:t>for a DC-SQUID</a:t>
            </a:r>
            <a:br>
              <a:rPr lang="en-US" altLang="ko-KR" sz="4000" b="1"/>
            </a:br>
            <a:endParaRPr lang="ko-KR" altLang="en-US" sz="4000" b="1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2EEC70-953A-ADBE-04E7-B90420594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endParaRPr lang="en-US" altLang="ko-KR"/>
          </a:p>
          <a:p>
            <a:r>
              <a:rPr lang="ko-KR" altLang="en-US"/>
              <a:t>김동준</a:t>
            </a:r>
          </a:p>
        </p:txBody>
      </p:sp>
    </p:spTree>
    <p:extLst>
      <p:ext uri="{BB962C8B-B14F-4D97-AF65-F5344CB8AC3E}">
        <p14:creationId xmlns:p14="http://schemas.microsoft.com/office/powerpoint/2010/main" val="131034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BF353-9B25-DE16-A3B7-375B70C88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928533" cy="539909"/>
          </a:xfrm>
        </p:spPr>
        <p:txBody>
          <a:bodyPr>
            <a:normAutofit/>
          </a:bodyPr>
          <a:lstStyle/>
          <a:p>
            <a:r>
              <a:rPr lang="en-US" altLang="ko-KR" sz="2800"/>
              <a:t>Significance of subject</a:t>
            </a:r>
            <a:endParaRPr lang="ko-KR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7AB16E-A84A-1301-94B4-1DB5606A1FC3}"/>
                  </a:ext>
                </a:extLst>
              </p:cNvPr>
              <p:cNvSpPr txBox="1"/>
              <p:nvPr/>
            </p:nvSpPr>
            <p:spPr>
              <a:xfrm>
                <a:off x="2681797" y="1822379"/>
                <a:ext cx="6096000" cy="653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US" altLang="ko-KR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7AB16E-A84A-1301-94B4-1DB5606A1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797" y="1822379"/>
                <a:ext cx="6096000" cy="6539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8BAD01B9-DC2B-E6D1-6976-2CAB99A59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551" y="1954070"/>
            <a:ext cx="2676899" cy="3905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D3CA3F-0B25-3B79-FFEA-9FB41FC9CB67}"/>
              </a:ext>
            </a:extLst>
          </p:cNvPr>
          <p:cNvSpPr txBox="1"/>
          <p:nvPr/>
        </p:nvSpPr>
        <p:spPr>
          <a:xfrm>
            <a:off x="1303151" y="1552188"/>
            <a:ext cx="275729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/>
              <a:t>Damped</a:t>
            </a:r>
            <a:r>
              <a:rPr lang="ko-KR" altLang="en-US"/>
              <a:t> </a:t>
            </a:r>
            <a:r>
              <a:rPr lang="en-US" altLang="ko-KR"/>
              <a:t>driven pendulum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ECB71-CE0C-2B03-50AD-D456600BC788}"/>
              </a:ext>
            </a:extLst>
          </p:cNvPr>
          <p:cNvSpPr txBox="1"/>
          <p:nvPr/>
        </p:nvSpPr>
        <p:spPr>
          <a:xfrm>
            <a:off x="4766733" y="1511827"/>
            <a:ext cx="2269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RCSJ equation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0F185-C6AE-068E-1AFB-5C3E3B4244AC}"/>
              </a:ext>
            </a:extLst>
          </p:cNvPr>
          <p:cNvSpPr txBox="1"/>
          <p:nvPr/>
        </p:nvSpPr>
        <p:spPr>
          <a:xfrm>
            <a:off x="1201551" y="2879046"/>
            <a:ext cx="10380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수학적으로는 감쇠 진자와 동일하지만</a:t>
            </a:r>
            <a:r>
              <a:rPr lang="en-US" altLang="ko-KR"/>
              <a:t>, </a:t>
            </a:r>
            <a:r>
              <a:rPr lang="ko-KR" altLang="en-US" err="1"/>
              <a:t>무차원</a:t>
            </a:r>
            <a:r>
              <a:rPr lang="ko-KR" altLang="en-US"/>
              <a:t> 변수인 위상의 변화가 물리적 실체인 전압</a:t>
            </a:r>
            <a:r>
              <a:rPr lang="en-US" altLang="ko-KR"/>
              <a:t>·</a:t>
            </a:r>
            <a:r>
              <a:rPr lang="ko-KR" altLang="en-US"/>
              <a:t>전류로 나타나는 비선형 양자 동역학 시스템이다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17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A3A2D2-A490-96FD-C37C-F70227332895}"/>
              </a:ext>
            </a:extLst>
          </p:cNvPr>
          <p:cNvSpPr txBox="1"/>
          <p:nvPr/>
        </p:nvSpPr>
        <p:spPr>
          <a:xfrm>
            <a:off x="2844800" y="2274838"/>
            <a:ext cx="6502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What is SQUID?</a:t>
            </a:r>
          </a:p>
          <a:p>
            <a:pPr algn="ctr"/>
            <a:endParaRPr lang="en-US" altLang="ko-KR" sz="3600"/>
          </a:p>
          <a:p>
            <a:pPr algn="ctr"/>
            <a:r>
              <a:rPr lang="en-US" altLang="ko-KR"/>
              <a:t>Superconducting Quantum Interference Device</a:t>
            </a:r>
          </a:p>
          <a:p>
            <a:pPr algn="ctr"/>
            <a:r>
              <a:rPr lang="en-US" altLang="ko-KR"/>
              <a:t>:</a:t>
            </a:r>
            <a:r>
              <a:rPr lang="ko-KR" altLang="en-US"/>
              <a:t>초전도체의 위상 간섭을 이용하여 매우 미세한 자기장을 </a:t>
            </a:r>
            <a:endParaRPr lang="en-US" altLang="ko-KR"/>
          </a:p>
          <a:p>
            <a:pPr algn="ctr"/>
            <a:r>
              <a:rPr lang="ko-KR" altLang="en-US"/>
              <a:t>측정할 수 있는 장치</a:t>
            </a:r>
          </a:p>
        </p:txBody>
      </p:sp>
    </p:spTree>
    <p:extLst>
      <p:ext uri="{BB962C8B-B14F-4D97-AF65-F5344CB8AC3E}">
        <p14:creationId xmlns:p14="http://schemas.microsoft.com/office/powerpoint/2010/main" val="1617673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CD34D-F9E3-E3DE-F537-DC52AEFE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792"/>
            <a:ext cx="4546600" cy="1325563"/>
          </a:xfrm>
        </p:spPr>
        <p:txBody>
          <a:bodyPr>
            <a:normAutofit/>
          </a:bodyPr>
          <a:lstStyle/>
          <a:p>
            <a:r>
              <a:rPr lang="en-US" altLang="ko-KR" sz="3600"/>
              <a:t>Superconductor</a:t>
            </a:r>
            <a:endParaRPr lang="ko-KR" alt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B5AF80-9CDC-70CF-49C4-E34F6480039F}"/>
              </a:ext>
            </a:extLst>
          </p:cNvPr>
          <p:cNvSpPr txBox="1"/>
          <p:nvPr/>
        </p:nvSpPr>
        <p:spPr>
          <a:xfrm>
            <a:off x="838200" y="1463689"/>
            <a:ext cx="69621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-  </a:t>
            </a:r>
            <a:r>
              <a:rPr lang="ko-KR" altLang="en-US"/>
              <a:t>임계온도 밑에서 저항이 </a:t>
            </a:r>
            <a:r>
              <a:rPr lang="en-US" altLang="ko-KR"/>
              <a:t>0 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초전도체의 위상 일관성이 거시적인 규모로 확장됨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위상 변화가 생기는 방향으로 초전류가 생김</a:t>
            </a:r>
            <a:r>
              <a:rPr lang="en-US" altLang="ko-KR"/>
              <a:t>: ρ = 0 → Jₛ ∝ ∇θ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867321-1FB0-8613-F4BD-EDC6606ABB4A}"/>
                  </a:ext>
                </a:extLst>
              </p:cNvPr>
              <p:cNvSpPr txBox="1"/>
              <p:nvPr/>
            </p:nvSpPr>
            <p:spPr>
              <a:xfrm>
                <a:off x="4760511" y="3045445"/>
                <a:ext cx="3342090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l-GR" sz="24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el-GR" altLang="ko-KR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867321-1FB0-8613-F4BD-EDC6606AB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11" y="3045445"/>
                <a:ext cx="3342090" cy="4778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E9F0EE-10DE-5513-9348-1A63F49558FC}"/>
                  </a:ext>
                </a:extLst>
              </p:cNvPr>
              <p:cNvSpPr txBox="1"/>
              <p:nvPr/>
            </p:nvSpPr>
            <p:spPr>
              <a:xfrm>
                <a:off x="4760511" y="3784109"/>
                <a:ext cx="2978021" cy="1070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ko-KR" altLang="ar-AE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 altLang="ko-KR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ko-KR" sz="2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ar-AE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ar-AE" altLang="ko-KR" sz="2400"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ko-KR" altLang="ar-AE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ar-AE" altLang="ko-KR" sz="240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ko-KR" altLang="el-GR" sz="2400" i="1" smtClean="0">
                          <a:latin typeface="Cambria Math" panose="02040503050406030204" pitchFamily="18" charset="0"/>
                        </a:rPr>
                        <m:t>𝜓</m:t>
                      </m:r>
                      <m:sSup>
                        <m:sSupPr>
                          <m:ctrlPr>
                            <a:rPr lang="ar-AE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sz="24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sup>
                          <m:r>
                            <a:rPr lang="ar-AE" altLang="ko-KR" sz="24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ar-AE" altLang="ko-KR" sz="240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ko-KR" altLang="ar-AE" sz="24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ar-AE" altLang="ko-KR" sz="2400"/>
              </a:p>
              <a:p>
                <a:endParaRPr lang="ko-KR" alt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E9F0EE-10DE-5513-9348-1A63F4955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511" y="3784109"/>
                <a:ext cx="2978021" cy="10706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61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CE16-5FE5-B5C0-DC0A-5F9869789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0C5DB-044A-3163-E951-5009346F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792"/>
            <a:ext cx="4546600" cy="1325563"/>
          </a:xfrm>
        </p:spPr>
        <p:txBody>
          <a:bodyPr>
            <a:normAutofit/>
          </a:bodyPr>
          <a:lstStyle/>
          <a:p>
            <a:r>
              <a:rPr lang="en-US" altLang="ko-KR" sz="3600"/>
              <a:t>Josephson junction</a:t>
            </a:r>
            <a:endParaRPr lang="ko-KR" altLang="en-US" sz="3600"/>
          </a:p>
        </p:txBody>
      </p:sp>
      <p:pic>
        <p:nvPicPr>
          <p:cNvPr id="1026" name="Picture 2" descr="Josephson Effect - an overview | ScienceDirect Topics">
            <a:extLst>
              <a:ext uri="{FF2B5EF4-FFF2-40B4-BE49-F238E27FC236}">
                <a16:creationId xmlns:a16="http://schemas.microsoft.com/office/drawing/2014/main" id="{03C9ACE9-FC02-A503-9EA3-FB32513FB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366" y="401373"/>
            <a:ext cx="358140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094558-5B38-9C69-1BDE-2609704B398A}"/>
                  </a:ext>
                </a:extLst>
              </p:cNvPr>
              <p:cNvSpPr txBox="1"/>
              <p:nvPr/>
            </p:nvSpPr>
            <p:spPr>
              <a:xfrm>
                <a:off x="838201" y="1637243"/>
                <a:ext cx="6468532" cy="42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ko-KR"/>
                  <a:t>​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l-GR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l-GR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ko-KR" sz="20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l-GR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l-GR" sz="20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ko-KR" altLang="en-US" sz="20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094558-5B38-9C69-1BDE-2609704B3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637243"/>
                <a:ext cx="6468532" cy="428707"/>
              </a:xfrm>
              <a:prstGeom prst="rect">
                <a:avLst/>
              </a:prstGeom>
              <a:blipFill>
                <a:blip r:embed="rId3"/>
                <a:stretch>
                  <a:fillRect l="-848" t="-571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4CDB20-286F-6D32-080D-7D1F9B9572FB}"/>
                  </a:ext>
                </a:extLst>
              </p:cNvPr>
              <p:cNvSpPr txBox="1"/>
              <p:nvPr/>
            </p:nvSpPr>
            <p:spPr>
              <a:xfrm>
                <a:off x="548216" y="2230368"/>
                <a:ext cx="6468532" cy="3624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/>
                  <a:t>얇은 절연체를 통해 약한 상호작용 발생</a:t>
                </a:r>
                <a:r>
                  <a:rPr lang="en-US" altLang="ko-KR"/>
                  <a:t>(</a:t>
                </a:r>
                <a:r>
                  <a:rPr lang="ko-KR" altLang="en-US"/>
                  <a:t>전자 </a:t>
                </a:r>
                <a:r>
                  <a:rPr lang="ko-KR" altLang="en-US" err="1"/>
                  <a:t>터널링</a:t>
                </a:r>
                <a:r>
                  <a:rPr lang="en-US" altLang="ko-KR"/>
                  <a:t>)</a:t>
                </a:r>
              </a:p>
              <a:p>
                <a:pPr algn="ctr"/>
                <a:endParaRPr lang="en-US" altLang="ko-KR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l-G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l-GR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l-G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l-GR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/>
              </a:p>
              <a:p>
                <a:endParaRPr lang="en-US" altLang="ko-KR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l-GR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acc>
                            <m:accPr>
                              <m:chr m:val="̇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l-G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l-G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l-GR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l-G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l-G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acc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l-GR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𝐼𝑚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l-G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l-G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b="0"/>
              </a:p>
              <a:p>
                <a:pPr algn="just"/>
                <a:endParaRPr lang="en-US" altLang="ko-KR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l-GR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l-GR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sup>
                      </m:sSup>
                    </m:oMath>
                  </m:oMathPara>
                </a14:m>
                <a:endParaRPr lang="en-US" altLang="ko-KR"/>
              </a:p>
              <a:p>
                <a:pPr algn="just"/>
                <a:endParaRPr lang="en-US" altLang="ko-KR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    </m:t>
                          </m:r>
                          <m:acc>
                            <m:accPr>
                              <m:chr m:val="̇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ko-KR"/>
              </a:p>
              <a:p>
                <a:r>
                  <a:rPr lang="en-US" altLang="ko-KR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4CDB20-286F-6D32-080D-7D1F9B957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16" y="2230368"/>
                <a:ext cx="6468532" cy="3624134"/>
              </a:xfrm>
              <a:prstGeom prst="rect">
                <a:avLst/>
              </a:prstGeom>
              <a:blipFill>
                <a:blip r:embed="rId4"/>
                <a:stretch>
                  <a:fillRect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B31E54-1A8D-1A8E-9807-BEFFD35D4E0F}"/>
                  </a:ext>
                </a:extLst>
              </p:cNvPr>
              <p:cNvSpPr txBox="1"/>
              <p:nvPr/>
            </p:nvSpPr>
            <p:spPr>
              <a:xfrm>
                <a:off x="7366000" y="3429000"/>
                <a:ext cx="3877733" cy="2205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𝑒𝐾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ko-KR" dirty="0"/>
              </a:p>
              <a:p>
                <a:pPr algn="just"/>
                <a:endParaRPr lang="en-US" altLang="ko-K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ko-KR" sz="2400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ko-KR" sz="2400" b="1" i="1"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ko-KR" altLang="en-US" sz="2400" b="1" i="1" dirty="0"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-US" altLang="ko-KR" sz="2400" b="1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𝑒𝐾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ℏ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</m:oMath>
                </a14:m>
                <a:endParaRPr lang="en-US" altLang="ko-KR" dirty="0"/>
              </a:p>
              <a:p>
                <a:pPr algn="ctr"/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B31E54-1A8D-1A8E-9807-BEFFD35D4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000" y="3429000"/>
                <a:ext cx="3877733" cy="22052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20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9EE79-1E01-1329-ED77-CDF9F9FA5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RCSJ model</a:t>
            </a:r>
            <a:endParaRPr lang="ko-KR" altLang="en-US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F74B4-0E82-F110-DB0E-04C211B2A869}"/>
              </a:ext>
            </a:extLst>
          </p:cNvPr>
          <p:cNvSpPr txBox="1"/>
          <p:nvPr/>
        </p:nvSpPr>
        <p:spPr>
          <a:xfrm>
            <a:off x="838200" y="1411288"/>
            <a:ext cx="712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ko-KR"/>
              <a:t>RCSJ model = Josephson + Resistor + Capacitor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370B65-CACC-674E-C96B-207305916225}"/>
              </a:ext>
            </a:extLst>
          </p:cNvPr>
          <p:cNvSpPr txBox="1"/>
          <p:nvPr/>
        </p:nvSpPr>
        <p:spPr>
          <a:xfrm>
            <a:off x="1049867" y="3970867"/>
            <a:ext cx="397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Josephson Junction</a:t>
            </a:r>
            <a:endParaRPr lang="ko-KR" altLang="en-US"/>
          </a:p>
        </p:txBody>
      </p:sp>
      <p:pic>
        <p:nvPicPr>
          <p:cNvPr id="9" name="그림 8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4804BB-FE95-F9E9-D90E-011737EC3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71" y="4278610"/>
            <a:ext cx="2618975" cy="538923"/>
          </a:xfrm>
          <a:prstGeom prst="rect">
            <a:avLst/>
          </a:prstGeom>
        </p:spPr>
      </p:pic>
      <p:pic>
        <p:nvPicPr>
          <p:cNvPr id="11" name="그림 10" descr="폰트, 텍스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0E6E8E-C18B-561F-AD9F-90F893837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325" y="3078324"/>
            <a:ext cx="4371830" cy="558732"/>
          </a:xfrm>
          <a:prstGeom prst="rect">
            <a:avLst/>
          </a:prstGeom>
        </p:spPr>
      </p:pic>
      <p:pic>
        <p:nvPicPr>
          <p:cNvPr id="13" name="그림 12" descr="스케치, 도표, 라인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8A9724-8699-B1C4-10F4-34415BE840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704" y="671417"/>
            <a:ext cx="4111096" cy="21284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879F46-85FC-3943-6615-C2A4A24A6EF7}"/>
              </a:ext>
            </a:extLst>
          </p:cNvPr>
          <p:cNvSpPr txBox="1"/>
          <p:nvPr/>
        </p:nvSpPr>
        <p:spPr>
          <a:xfrm>
            <a:off x="2065892" y="5113215"/>
            <a:ext cx="955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감쇠 구동 진자와 수학적으로 동등한 형태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EB8E97-4B62-56C6-BDB5-E1EBD12A1ED2}"/>
                  </a:ext>
                </a:extLst>
              </p:cNvPr>
              <p:cNvSpPr txBox="1"/>
              <p:nvPr/>
            </p:nvSpPr>
            <p:spPr>
              <a:xfrm>
                <a:off x="3903134" y="4340199"/>
                <a:ext cx="5554133" cy="653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acc>
                      <m:r>
                        <a:rPr lang="en-US" altLang="ko-KR" b="1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b="1" i="1" dirty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</m:acc>
                      <m:r>
                        <a:rPr lang="en-US" altLang="ko-KR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1" i="1" dirty="0" smtClean="0"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ko-KR" altLang="en-US" b="1" i="1" dirty="0" smtClean="0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altLang="ko-KR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</m:oMath>
                  </m:oMathPara>
                </a14:m>
                <a:endParaRPr lang="ko-KR" altLang="en-US" b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EB8E97-4B62-56C6-BDB5-E1EBD12A1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134" y="4340199"/>
                <a:ext cx="5554133" cy="6539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294988E-FAD7-CC17-61E9-660AFE73C77A}"/>
              </a:ext>
            </a:extLst>
          </p:cNvPr>
          <p:cNvSpPr txBox="1"/>
          <p:nvPr/>
        </p:nvSpPr>
        <p:spPr>
          <a:xfrm>
            <a:off x="5654629" y="3999944"/>
            <a:ext cx="176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Normalization</a:t>
            </a:r>
            <a:endParaRPr lang="ko-KR" altLang="en-US" b="1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60AD041-3FB4-B58E-C3EA-72A3F02C2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705" y="1724870"/>
            <a:ext cx="3998680" cy="9509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EEA3E36-C2C5-DDBC-3EF1-DB998639E1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2547" y="2569655"/>
            <a:ext cx="1568995" cy="95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39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3FD06A-0622-BBAA-BAD5-F94E2AA61397}"/>
                  </a:ext>
                </a:extLst>
              </p:cNvPr>
              <p:cNvSpPr txBox="1"/>
              <p:nvPr/>
            </p:nvSpPr>
            <p:spPr>
              <a:xfrm>
                <a:off x="4495800" y="999067"/>
                <a:ext cx="2235200" cy="677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US" altLang="ko-KR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3FD06A-0622-BBAA-BAD5-F94E2AA61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999067"/>
                <a:ext cx="2235200" cy="6773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그림 17">
            <a:extLst>
              <a:ext uri="{FF2B5EF4-FFF2-40B4-BE49-F238E27FC236}">
                <a16:creationId xmlns:a16="http://schemas.microsoft.com/office/drawing/2014/main" id="{AE8A9497-2FF1-66BC-73CE-8C326DFC6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63" y="1126067"/>
            <a:ext cx="4242772" cy="561333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03440A4-519A-08A4-CCE5-4AAA75D16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1814191"/>
            <a:ext cx="6982799" cy="4601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75BAD1-D1D8-C0F1-0E95-EDFA91AED8CC}"/>
              </a:ext>
            </a:extLst>
          </p:cNvPr>
          <p:cNvSpPr txBox="1"/>
          <p:nvPr/>
        </p:nvSpPr>
        <p:spPr>
          <a:xfrm>
            <a:off x="448733" y="283840"/>
            <a:ext cx="8441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/>
              <a:t>Numerical Simulation of RCSJ Model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123120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BF6E757F-209A-0D4C-67D6-3F357B77F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99" y="1333958"/>
            <a:ext cx="5499701" cy="405821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6AA2204-08A9-623C-749D-A94A6E93E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266" y="1104265"/>
            <a:ext cx="6169509" cy="45176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ACD5F9-E92B-D025-B8B9-23766D188289}"/>
              </a:ext>
            </a:extLst>
          </p:cNvPr>
          <p:cNvSpPr txBox="1"/>
          <p:nvPr/>
        </p:nvSpPr>
        <p:spPr>
          <a:xfrm>
            <a:off x="507999" y="255600"/>
            <a:ext cx="7560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/>
              <a:t>I-V Characteristics of RCSJ Model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164938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61B90-8E55-3EDC-CAB5-C9FA310A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357241"/>
            <a:ext cx="11125201" cy="852093"/>
          </a:xfrm>
        </p:spPr>
        <p:txBody>
          <a:bodyPr>
            <a:normAutofit/>
          </a:bodyPr>
          <a:lstStyle/>
          <a:p>
            <a:r>
              <a:rPr lang="en-US" altLang="ko-KR" sz="2800"/>
              <a:t>SQUID = Superconducting loop with two Josephson junctions </a:t>
            </a:r>
            <a:endParaRPr lang="ko-KR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7C8AE1-F671-D8DD-0CFB-BC0E7C33BBEE}"/>
                  </a:ext>
                </a:extLst>
              </p:cNvPr>
              <p:cNvSpPr txBox="1"/>
              <p:nvPr/>
            </p:nvSpPr>
            <p:spPr>
              <a:xfrm>
                <a:off x="4047067" y="4817532"/>
                <a:ext cx="7763933" cy="852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𝐼𝑛𝑡𝑒𝑟𝑓𝑒𝑟𝑒𝑛𝑐𝑒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𝑒𝑓𝑓𝑒𝑐𝑡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p>
                      </m:sSubSup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l-GR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ko-K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7C8AE1-F671-D8DD-0CFB-BC0E7C33B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067" y="4817532"/>
                <a:ext cx="7763933" cy="8520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BC3B93-BAED-9B77-3CE2-54AB93AD3D75}"/>
                  </a:ext>
                </a:extLst>
              </p:cNvPr>
              <p:cNvSpPr txBox="1"/>
              <p:nvPr/>
            </p:nvSpPr>
            <p:spPr>
              <a:xfrm>
                <a:off x="685799" y="1415549"/>
                <a:ext cx="10490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/>
                  <a:t>외부 자기 </a:t>
                </a:r>
                <a:r>
                  <a:rPr lang="en-US" altLang="ko-KR" sz="2000"/>
                  <a:t>flux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𝑒𝑥𝑡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2000"/>
              </a:p>
              <a:p>
                <a:r>
                  <a:rPr lang="ko-KR" altLang="en-US" sz="2000"/>
                  <a:t>접합 간의 위상 차 </a:t>
                </a:r>
                <a:r>
                  <a:rPr lang="en-US" altLang="ko-KR" sz="200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ko-KR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ko-KR" alt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/>
                  <a:t>​</a:t>
                </a:r>
                <a:endParaRPr lang="ko-KR" altLang="en-US" sz="20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BC3B93-BAED-9B77-3CE2-54AB93AD3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1415549"/>
                <a:ext cx="10490200" cy="707886"/>
              </a:xfrm>
              <a:prstGeom prst="rect">
                <a:avLst/>
              </a:prstGeom>
              <a:blipFill>
                <a:blip r:embed="rId3"/>
                <a:stretch>
                  <a:fillRect l="-581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A570E9-4E41-2DC9-15C2-6DA3CE2F11CD}"/>
                  </a:ext>
                </a:extLst>
              </p:cNvPr>
              <p:cNvSpPr txBox="1"/>
              <p:nvPr/>
            </p:nvSpPr>
            <p:spPr>
              <a:xfrm>
                <a:off x="685799" y="2183049"/>
                <a:ext cx="3615268" cy="677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ko-KR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𝑒𝑥𝑡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l-GR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2400"/>
                  <a:t> </a:t>
                </a:r>
                <a:r>
                  <a:rPr lang="en-US" altLang="ko-KR" sz="24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A570E9-4E41-2DC9-15C2-6DA3CE2F1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2183049"/>
                <a:ext cx="3615268" cy="677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B6239C-FCC9-8459-F628-DDB9F81318AD}"/>
                  </a:ext>
                </a:extLst>
              </p:cNvPr>
              <p:cNvSpPr txBox="1"/>
              <p:nvPr/>
            </p:nvSpPr>
            <p:spPr>
              <a:xfrm>
                <a:off x="3784598" y="3010514"/>
                <a:ext cx="3454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ko-KR" alt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ko-KR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B6239C-FCC9-8459-F628-DDB9F8131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598" y="3010514"/>
                <a:ext cx="3454400" cy="461665"/>
              </a:xfrm>
              <a:prstGeom prst="rect">
                <a:avLst/>
              </a:prstGeom>
              <a:blipFill>
                <a:blip r:embed="rId5"/>
                <a:stretch>
                  <a:fillRect r="-106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E09C20-07B2-1FDC-DD1E-48A9DE55E121}"/>
                  </a:ext>
                </a:extLst>
              </p:cNvPr>
              <p:cNvSpPr txBox="1"/>
              <p:nvPr/>
            </p:nvSpPr>
            <p:spPr>
              <a:xfrm>
                <a:off x="3069166" y="3788307"/>
                <a:ext cx="4859867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func>
                        <m:func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ko-KR" sz="24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400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sSub>
                                    <m:sSubPr>
                                      <m:ctrlP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b="1" i="1">
                                          <a:latin typeface="Cambria Math" panose="02040503050406030204" pitchFamily="18" charset="0"/>
                                        </a:rPr>
                                        <m:t>𝝓</m:t>
                                      </m:r>
                                    </m:e>
                                    <m:sub>
                                      <m:r>
                                        <a:rPr lang="en-US" altLang="ko-KR" sz="2400" b="1" i="1">
                                          <a:latin typeface="Cambria Math" panose="02040503050406030204" pitchFamily="18" charset="0"/>
                                        </a:rPr>
                                        <m:t>𝒆𝒙𝒕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l-GR" altLang="ko-KR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ko-KR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𝜱</m:t>
                                      </m:r>
                                    </m:e>
                                    <m:sub>
                                      <m:r>
                                        <a:rPr lang="en-US" altLang="ko-KR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altLang="ko-KR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𝐬𝐢𝐧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</m:e>
                      </m:func>
                      <m:f>
                        <m:fPr>
                          <m:ctrlPr>
                            <a:rPr lang="en-US" altLang="ko-KR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ko-KR" altLang="en-US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ko-KR" alt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b="1" i="1">
                                  <a:latin typeface="Cambria Math" panose="02040503050406030204" pitchFamily="18" charset="0"/>
                                </a:rPr>
                                <m:t>𝜹</m:t>
                              </m:r>
                            </m:e>
                            <m:sub>
                              <m:r>
                                <a:rPr lang="en-US" altLang="ko-KR" sz="2400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ko-K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b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E09C20-07B2-1FDC-DD1E-48A9DE55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66" y="3788307"/>
                <a:ext cx="4859867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상징, 도표, 스케치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A71F3C-F84B-E524-F885-BB7BE2C17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932" y="1472331"/>
            <a:ext cx="3109936" cy="19566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B9BC20-1CA9-AFE0-4B09-9169F8580ED9}"/>
              </a:ext>
            </a:extLst>
          </p:cNvPr>
          <p:cNvSpPr txBox="1"/>
          <p:nvPr/>
        </p:nvSpPr>
        <p:spPr>
          <a:xfrm>
            <a:off x="1219200" y="5960694"/>
            <a:ext cx="960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/>
              <a:t>External magnetic flux modulates the total critical current — basis of SQUID interference</a:t>
            </a:r>
            <a:endParaRPr lang="ko-KR" altLang="en-US" i="1"/>
          </a:p>
        </p:txBody>
      </p:sp>
    </p:spTree>
    <p:extLst>
      <p:ext uri="{BB962C8B-B14F-4D97-AF65-F5344CB8AC3E}">
        <p14:creationId xmlns:p14="http://schemas.microsoft.com/office/powerpoint/2010/main" val="113410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5260C-2121-64F9-DC67-C7466BFD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7" y="25505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800"/>
              <a:t>Dynamic analysis of DC-SQUID</a:t>
            </a:r>
            <a:endParaRPr lang="ko-KR" altLang="en-US" sz="2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B00E78-576B-0ACC-DA14-EF22B8E39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7" y="2144931"/>
            <a:ext cx="3583963" cy="978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03F140-A277-D6BE-4E3F-BC8DC38EE6C7}"/>
              </a:ext>
            </a:extLst>
          </p:cNvPr>
          <p:cNvSpPr txBox="1"/>
          <p:nvPr/>
        </p:nvSpPr>
        <p:spPr>
          <a:xfrm>
            <a:off x="719667" y="1481889"/>
            <a:ext cx="927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외부 자기 </a:t>
            </a:r>
            <a:r>
              <a:rPr lang="en-US" altLang="ko-KR" sz="1400"/>
              <a:t>flux</a:t>
            </a:r>
            <a:r>
              <a:rPr lang="ko-KR" altLang="en-US" sz="1400"/>
              <a:t>가 인가되면</a:t>
            </a:r>
            <a:r>
              <a:rPr lang="en-US" altLang="ko-KR" sz="1400"/>
              <a:t>, </a:t>
            </a:r>
            <a:r>
              <a:rPr lang="ko-KR" altLang="en-US" sz="1400"/>
              <a:t>초전도 루프 내부에서는 </a:t>
            </a:r>
            <a:r>
              <a:rPr lang="en-US" altLang="ko-KR" sz="1400"/>
              <a:t>flux</a:t>
            </a:r>
            <a:r>
              <a:rPr lang="ko-KR" altLang="en-US" sz="1400"/>
              <a:t> 양자화 조건을 만족하기 위해 루프 전류가 유도됨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3E1DD-2F7A-83CA-090B-CD9A642F6770}"/>
              </a:ext>
            </a:extLst>
          </p:cNvPr>
          <p:cNvSpPr txBox="1"/>
          <p:nvPr/>
        </p:nvSpPr>
        <p:spPr>
          <a:xfrm>
            <a:off x="6096000" y="41203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Dynamic equations (normalized RCSJ form)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33C59E0-5ED8-889C-4171-8A79FD049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420" y="5937861"/>
            <a:ext cx="1402903" cy="6650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75666EC-A04C-CE2D-D558-CAB68ABF2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630" y="2249585"/>
            <a:ext cx="4086932" cy="75608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4EBF5A0-3292-C18F-1D99-998F5AE83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599948"/>
            <a:ext cx="5182323" cy="144800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FC3EB229-7893-D7A5-9BCC-BFBAC952BA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2762" y="2217554"/>
            <a:ext cx="2741283" cy="77669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7BA8A8C-F9AB-D13A-03C0-410C1F2102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693" y="3488267"/>
            <a:ext cx="4198769" cy="29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04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E576BBC-3212-F9D2-F0B6-74974A203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78" y="331349"/>
            <a:ext cx="819264" cy="71447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FE5102E-7197-9281-9A6A-5493AD20D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261" y="519310"/>
            <a:ext cx="1143160" cy="41915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B64186B-5924-779D-BA9C-4CA40D7D4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641" y="359640"/>
            <a:ext cx="1231825" cy="68618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85A421B-59F5-D940-C252-068066EA7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969" y="5503045"/>
            <a:ext cx="1713498" cy="6346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5DDB050-A746-8650-8163-3B70FD211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169" y="1980997"/>
            <a:ext cx="5939868" cy="16596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3A0AE3-D8FD-EF55-1C14-B737202093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022" y="331349"/>
            <a:ext cx="1402903" cy="66508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880820E-E38A-20A8-06F0-EAF458760D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360" y="331349"/>
            <a:ext cx="4344091" cy="615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53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9F43CA-C49F-FD9D-BE63-D3B571B2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97" y="190048"/>
            <a:ext cx="5846203" cy="31204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7F2C6C6-78C8-F67A-46CE-C416CB835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109" y="2832310"/>
            <a:ext cx="6242092" cy="348074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D22E75-D9EF-15F8-AC0D-A18847E26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678" y="3691467"/>
            <a:ext cx="3152722" cy="23821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4AE0FD8-CBD6-DEA6-BCEF-F31ADEB49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200" y="1745560"/>
            <a:ext cx="3458430" cy="5827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B9C134-897A-DF8C-36F4-50E1051D9A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0044" y="935822"/>
            <a:ext cx="3162741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4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20152-F744-3975-6653-4171DC2E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33" y="525993"/>
            <a:ext cx="9177867" cy="896408"/>
          </a:xfrm>
        </p:spPr>
        <p:txBody>
          <a:bodyPr>
            <a:normAutofit/>
          </a:bodyPr>
          <a:lstStyle/>
          <a:p>
            <a:r>
              <a:rPr lang="en-US" altLang="ko-KR" sz="3200"/>
              <a:t>Control parameters of the DC-SQUID Simulation</a:t>
            </a:r>
            <a:endParaRPr lang="ko-KR" altLang="en-US" sz="3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842AC6-D857-EEFA-C1E8-70DF3956E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3" y="1722855"/>
            <a:ext cx="7582846" cy="20448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15C876-8BC9-7C75-F19D-1A765856C6D5}"/>
                  </a:ext>
                </a:extLst>
              </p:cNvPr>
              <p:cNvSpPr txBox="1"/>
              <p:nvPr/>
            </p:nvSpPr>
            <p:spPr>
              <a:xfrm>
                <a:off x="1430867" y="4068121"/>
                <a:ext cx="917786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/>
                  <a:t>(</a:t>
                </a:r>
                <a:r>
                  <a:rPr lang="ko-KR" altLang="en-US"/>
                  <a:t>결합 상수</a:t>
                </a:r>
                <a:r>
                  <a:rPr lang="en-US" altLang="ko-KR"/>
                  <a:t>): Changing α modifies phase synchronization and the interference amplitude → </a:t>
                </a:r>
                <a:r>
                  <a:rPr lang="en-US" altLang="ko-KR" i="1"/>
                  <a:t>(α-sweep)</a:t>
                </a:r>
              </a:p>
              <a:p>
                <a:endParaRPr lang="en-US" altLang="ko-KR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/>
                  <a:t>(</a:t>
                </a:r>
                <a:r>
                  <a:rPr lang="ko-KR" altLang="en-US" err="1"/>
                  <a:t>초전류</a:t>
                </a:r>
                <a:r>
                  <a:rPr lang="en-US" altLang="ko-KR"/>
                  <a:t>): Sets the scale for all other currents; imbalance between junctions introduces asymmetry (ε(</a:t>
                </a:r>
                <a:r>
                  <a:rPr lang="ko-KR" altLang="en-US" err="1"/>
                  <a:t>불균일도</a:t>
                </a:r>
                <a:r>
                  <a:rPr lang="en-US" altLang="ko-KR"/>
                  <a:t>)) → </a:t>
                </a:r>
                <a:r>
                  <a:rPr lang="en-US" altLang="ko-KR" i="1"/>
                  <a:t>(ε-sweep)</a:t>
                </a:r>
              </a:p>
              <a:p>
                <a:endParaRPr lang="en-US" altLang="ko-KR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ko-KR"/>
                  <a:t>(</a:t>
                </a:r>
                <a:r>
                  <a:rPr lang="ko-KR" altLang="en-US"/>
                  <a:t>바이어스 전류</a:t>
                </a:r>
                <a:r>
                  <a:rPr lang="en-US" altLang="ko-KR"/>
                  <a:t>): Increasing </a:t>
                </a:r>
                <a:r>
                  <a:rPr lang="en-US" altLang="ko-KR" err="1"/>
                  <a:t>Ib</a:t>
                </a:r>
                <a:r>
                  <a:rPr lang="en-US" altLang="ko-KR"/>
                  <a:t> injects more energy, leading to nonlinear oscillation and chaotic transitions → </a:t>
                </a:r>
                <a:r>
                  <a:rPr lang="en-US" altLang="ko-KR" i="1"/>
                  <a:t>(</a:t>
                </a:r>
                <a:r>
                  <a:rPr lang="en-US" altLang="ko-KR" i="1" err="1"/>
                  <a:t>Ib</a:t>
                </a:r>
                <a:r>
                  <a:rPr lang="en-US" altLang="ko-KR" i="1"/>
                  <a:t>-sweep)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15C876-8BC9-7C75-F19D-1A765856C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867" y="4068121"/>
                <a:ext cx="9177866" cy="2308324"/>
              </a:xfrm>
              <a:prstGeom prst="rect">
                <a:avLst/>
              </a:prstGeom>
              <a:blipFill>
                <a:blip r:embed="rId3"/>
                <a:stretch>
                  <a:fillRect l="-598" t="-1319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1450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9ACF3-7E9D-8328-0F2C-5600F89D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4F480A6-0AB7-8228-E9AD-AF5CB5447B5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27243" y="85727"/>
                <a:ext cx="3978205" cy="89640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28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2800"/>
                  <a:t> </a:t>
                </a:r>
                <a:r>
                  <a:rPr lang="en-US" altLang="ko-KR" sz="2800"/>
                  <a:t>sweep simulation</a:t>
                </a:r>
                <a:endParaRPr lang="ko-KR" altLang="en-US" sz="280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4F480A6-0AB7-8228-E9AD-AF5CB5447B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7243" y="85727"/>
                <a:ext cx="3978205" cy="89640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30E1E9CE-9638-440D-BBE3-57C6E184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567" y="300467"/>
            <a:ext cx="5182323" cy="14480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055CC06-4792-63F9-BE67-24A756088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355" y="1897819"/>
            <a:ext cx="6428884" cy="46597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19D3EA8-C8C6-C0E8-8EC8-D59CCB834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43" y="1126066"/>
            <a:ext cx="4041557" cy="551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91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82511-171D-7346-5F7B-5CCB0C141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E8895-6EF6-7421-81DF-49416D8F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7" y="322665"/>
            <a:ext cx="10515600" cy="633942"/>
          </a:xfrm>
        </p:spPr>
        <p:txBody>
          <a:bodyPr>
            <a:normAutofit/>
          </a:bodyPr>
          <a:lstStyle/>
          <a:p>
            <a:r>
              <a:rPr lang="el-GR" altLang="ko-KR" sz="2800"/>
              <a:t>ε </a:t>
            </a:r>
            <a:r>
              <a:rPr lang="en-US" altLang="ko-KR" sz="2800"/>
              <a:t>sweep : Chaos Transition </a:t>
            </a:r>
            <a:endParaRPr lang="ko-KR" altLang="en-US" sz="25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38396B-815C-65E9-1D2A-7001B61C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82" y="956607"/>
            <a:ext cx="5753958" cy="9813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BC10E53-9180-7BC2-3756-9C65F9250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7" y="1046706"/>
            <a:ext cx="3479800" cy="55821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2CD8E34-AB55-4AF7-C8DC-20D10A77D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332" y="2250179"/>
            <a:ext cx="6307667" cy="428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81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BF306-9585-4ACE-40C0-3C9D7862A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7" y="322665"/>
            <a:ext cx="10515600" cy="633942"/>
          </a:xfrm>
        </p:spPr>
        <p:txBody>
          <a:bodyPr>
            <a:normAutofit/>
          </a:bodyPr>
          <a:lstStyle/>
          <a:p>
            <a:r>
              <a:rPr lang="en-US" altLang="ko-KR" sz="2800" err="1"/>
              <a:t>Ib</a:t>
            </a:r>
            <a:r>
              <a:rPr lang="en-US" altLang="ko-KR" sz="2800"/>
              <a:t> sweep: Chaos Transition</a:t>
            </a:r>
            <a:endParaRPr lang="ko-KR" altLang="en-US" sz="250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23B6430-1707-87DC-3AE2-5AB380120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7" y="948140"/>
            <a:ext cx="3581400" cy="557872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77E08B2-15AA-8541-7CB4-F43916209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285" y="2133600"/>
            <a:ext cx="6646047" cy="439326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1CEC933-0210-F3BD-AEC2-862C9149C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259" y="639636"/>
            <a:ext cx="5239481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99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1F70FD2BB755748902B8467EA5787A8" ma:contentTypeVersion="5" ma:contentTypeDescription="새 문서를 만듭니다." ma:contentTypeScope="" ma:versionID="47c4a929e838a58f18b22f83d6d7b34e">
  <xsd:schema xmlns:xsd="http://www.w3.org/2001/XMLSchema" xmlns:xs="http://www.w3.org/2001/XMLSchema" xmlns:p="http://schemas.microsoft.com/office/2006/metadata/properties" xmlns:ns3="0c0a6c5e-3809-4958-9207-0a63cd822db9" targetNamespace="http://schemas.microsoft.com/office/2006/metadata/properties" ma:root="true" ma:fieldsID="ecf4f2c2a16826b4fb8bf1a005229836" ns3:_="">
    <xsd:import namespace="0c0a6c5e-3809-4958-9207-0a63cd822db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a6c5e-3809-4958-9207-0a63cd822d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C94775-98CD-4238-8855-D2EC1D2ECF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66C6AA-0867-4774-B66B-8A6CACEC7B5D}">
  <ds:schemaRefs>
    <ds:schemaRef ds:uri="0c0a6c5e-3809-4958-9207-0a63cd822d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D9F4D78-32A4-4F5C-A649-B47D27529EAE}">
  <ds:schemaRefs>
    <ds:schemaRef ds:uri="0c0a6c5e-3809-4958-9207-0a63cd822d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와이드스크린</PresentationFormat>
  <Paragraphs>66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Cambria Math</vt:lpstr>
      <vt:lpstr>Office 테마</vt:lpstr>
      <vt:lpstr>  Computational Physics II project  Coupled RCSJ Equations for a DC-SQUID </vt:lpstr>
      <vt:lpstr>Significance of subject</vt:lpstr>
      <vt:lpstr>PowerPoint 프레젠테이션</vt:lpstr>
      <vt:lpstr>Superconductor</vt:lpstr>
      <vt:lpstr>Josephson junction</vt:lpstr>
      <vt:lpstr>RCSJ model</vt:lpstr>
      <vt:lpstr>PowerPoint 프레젠테이션</vt:lpstr>
      <vt:lpstr>PowerPoint 프레젠테이션</vt:lpstr>
      <vt:lpstr>SQUID = Superconducting loop with two Josephson junctions </vt:lpstr>
      <vt:lpstr>Dynamic analysis of DC-SQUID</vt:lpstr>
      <vt:lpstr>PowerPoint 프레젠테이션</vt:lpstr>
      <vt:lpstr>PowerPoint 프레젠테이션</vt:lpstr>
      <vt:lpstr>Control parameters of the DC-SQUID Simulation</vt:lpstr>
      <vt:lpstr>α sweep simulation</vt:lpstr>
      <vt:lpstr>ε sweep : Chaos Transition </vt:lpstr>
      <vt:lpstr>Ib sweep: Chaos Transition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김동준</dc:creator>
  <cp:lastModifiedBy>김동준</cp:lastModifiedBy>
  <cp:revision>1</cp:revision>
  <dcterms:created xsi:type="dcterms:W3CDTF">2025-10-27T12:46:09Z</dcterms:created>
  <dcterms:modified xsi:type="dcterms:W3CDTF">2025-11-13T07:29:40Z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0x01010051F70FD2BB755748902B8467EA5787A8</vt:lpwstr>
  </property>
</Properties>
</file>